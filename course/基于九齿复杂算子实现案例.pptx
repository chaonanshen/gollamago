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gif" ContentType="image/gif"/>
  <Default Extension="jpeg" ContentType="image/jpeg"/>
  <Default Extension="wdp" ContentType="image/vnd.ms-photo"/>
  <Override PartName="/ppt/reused/basics/ppt/slideLayouts/slideLayout2.xml" ContentType="application/vnd.openxmlformats-officedocument.presentationml.slideLayout+xml"/>
  <Override PartName="/ppt/reused/basics/ppt/slideMasters/slideMaster1.xml" ContentType="application/vnd.openxmlformats-officedocument.presentationml.slideMaster+xml"/>
  <Override PartName="/ppt/reused/basics/ppt/slideLayouts/slideLayout3.xml" ContentType="application/vnd.openxmlformats-officedocument.presentationml.slideLayout+xml"/>
  <Override PartName="/ppt/reused/basics/ppt/theme/theme1.xml" ContentType="application/vnd.openxmlformats-officedocument.theme+xml"/>
  <Override PartName="/ppt/reused/basics/ppt/slideLayouts/slideLayout1.xml" ContentType="application/vnd.openxmlformats-officedocument.presentationml.slideLayout+xml"/>
  <Override PartName="/ppt/reused/basics/ppt/slideLayouts/slideLayout6.xml" ContentType="application/vnd.openxmlformats-officedocument.presentationml.slideLayout+xml"/>
  <Override PartName="/ppt/reused/basics/ppt/slideLayouts/slideLayout5.xml" ContentType="application/vnd.openxmlformats-officedocument.presentationml.slideLayout+xml"/>
  <Override PartName="/ppt/reused/basics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reused/advanced/ppt/slideLayouts/slideLayout2.xml" ContentType="application/vnd.openxmlformats-officedocument.presentationml.slideLayout+xml"/>
  <Override PartName="/ppt/reused/advanced/ppt/slideMasters/slideMaster1.xml" ContentType="application/vnd.openxmlformats-officedocument.presentationml.slideMaster+xml"/>
  <Override PartName="/ppt/reused/advanced/ppt/slideLayouts/slideLayout3.xml" ContentType="application/vnd.openxmlformats-officedocument.presentationml.slideLayout+xml"/>
  <Override PartName="/ppt/reused/advanced/ppt/theme/theme1.xml" ContentType="application/vnd.openxmlformats-officedocument.theme+xml"/>
  <Override PartName="/ppt/reused/advanced/ppt/slideLayouts/slideLayout1.xml" ContentType="application/vnd.openxmlformats-officedocument.presentationml.slideLayout+xml"/>
  <Override PartName="/ppt/reused/advanced/ppt/slideLayouts/slideLayout6.xml" ContentType="application/vnd.openxmlformats-officedocument.presentationml.slideLayout+xml"/>
  <Override PartName="/ppt/reused/advanced/ppt/slideLayouts/slideLayout5.xml" ContentType="application/vnd.openxmlformats-officedocument.presentationml.slideLayout+xml"/>
  <Override PartName="/ppt/reused/advanced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700" r:id="rIdSourceMaster0"/>
    <p:sldMasterId id="2147483701" r:id="rIdSourceMaster1"/>
  </p:sldMasterIdLst>
  <p:sldIdLst>
    <p:sldId id="256" r:id="rIdCourse1"/>
    <p:sldId id="257" r:id="rIdCourse2"/>
    <p:sldId id="258" r:id="rIdCourse3"/>
    <p:sldId id="259" r:id="rIdCourse4"/>
    <p:sldId id="260" r:id="rIdCourse5"/>
    <p:sldId id="261" r:id="rIdCourse6"/>
    <p:sldId id="262" r:id="rIdCourse7"/>
    <p:sldId id="263" r:id="rIdCourse8"/>
    <p:sldId id="264" r:id="rIdCourse9"/>
    <p:sldId id="265" r:id="rIdCourse10"/>
    <p:sldId id="266" r:id="rIdCourse11"/>
    <p:sldId id="267" r:id="rIdCourse12"/>
    <p:sldId id="268" r:id="rIdCourse13"/>
    <p:sldId id="269" r:id="rIdCourse14"/>
    <p:sldId id="270" r:id="rIdCourse15"/>
    <p:sldId id="271" r:id="rIdCourse16"/>
    <p:sldId id="272" r:id="rIdCourse17"/>
    <p:sldId id="273" r:id="rIdCourse18"/>
    <p:sldId id="274" r:id="rIdCourse19"/>
    <p:sldId id="275" r:id="rIdCourse20"/>
    <p:sldId id="276" r:id="rIdCourse21"/>
    <p:sldId id="277" r:id="rIdCourse22"/>
    <p:sldId id="278" r:id="rIdCourse23"/>
    <p:sldId id="279" r:id="rIdCourse24"/>
    <p:sldId id="280" r:id="rIdCourse25"/>
    <p:sldId id="281" r:id="rIdCourse26"/>
    <p:sldId id="282" r:id="rIdCourse27"/>
    <p:sldId id="283" r:id="rIdCourse28"/>
    <p:sldId id="284" r:id="rIdCourse29"/>
    <p:sldId id="285" r:id="rIdCourse30"/>
    <p:sldId id="286" r:id="rIdCourse31"/>
    <p:sldId id="287" r:id="rIdCourse32"/>
    <p:sldId id="288" r:id="rIdCourse33"/>
    <p:sldId id="289" r:id="rIdCourse34"/>
    <p:sldId id="290" r:id="rIdCourse35"/>
    <p:sldId id="291" r:id="rIdCourse36"/>
    <p:sldId id="292" r:id="rIdCourse37"/>
    <p:sldId id="293" r:id="rIdCourse38"/>
    <p:sldId id="294" r:id="rIdCourse39"/>
    <p:sldId id="295" r:id="rIdCourse40"/>
    <p:sldId id="296" r:id="rIdCourse41"/>
    <p:sldId id="297" r:id="rIdCourse42"/>
    <p:sldId id="298" r:id="rIdCourse43"/>
    <p:sldId id="299" r:id="rIdCourse44"/>
    <p:sldId id="300" r:id="rIdCourse45"/>
    <p:sldId id="301" r:id="rIdCourse46"/>
    <p:sldId id="302" r:id="rIdCourse47"/>
    <p:sldId id="303" r:id="rIdCourse48"/>
    <p:sldId id="304" r:id="rIdCourse49"/>
    <p:sldId id="305" r:id="rIdCourse50"/>
    <p:sldId id="306" r:id="rIdCourse5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2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Relationship Id="rIdCourse1" Type="http://schemas.openxmlformats.org/officeDocument/2006/relationships/slide" Target="slides/slide1.xml"/><Relationship Id="rIdCourse2" Type="http://schemas.openxmlformats.org/officeDocument/2006/relationships/slide" Target="slides/slide2.xml"/><Relationship Id="rIdCourse3" Type="http://schemas.openxmlformats.org/officeDocument/2006/relationships/slide" Target="slides/slide3.xml"/><Relationship Id="rIdCourse4" Type="http://schemas.openxmlformats.org/officeDocument/2006/relationships/slide" Target="slides/slide4.xml"/><Relationship Id="rIdCourse5" Type="http://schemas.openxmlformats.org/officeDocument/2006/relationships/slide" Target="slides/slide5.xml"/><Relationship Id="rIdCourse6" Type="http://schemas.openxmlformats.org/officeDocument/2006/relationships/slide" Target="slides/slide6.xml"/><Relationship Id="rIdCourse7" Type="http://schemas.openxmlformats.org/officeDocument/2006/relationships/slide" Target="slides/slide7.xml"/><Relationship Id="rIdCourse8" Type="http://schemas.openxmlformats.org/officeDocument/2006/relationships/slide" Target="slides/slide8.xml"/><Relationship Id="rIdCourse9" Type="http://schemas.openxmlformats.org/officeDocument/2006/relationships/slide" Target="slides/slide9.xml"/><Relationship Id="rIdCourse10" Type="http://schemas.openxmlformats.org/officeDocument/2006/relationships/slide" Target="slides/slide10.xml"/><Relationship Id="rIdCourse11" Type="http://schemas.openxmlformats.org/officeDocument/2006/relationships/slide" Target="slides/slide11.xml"/><Relationship Id="rIdCourse12" Type="http://schemas.openxmlformats.org/officeDocument/2006/relationships/slide" Target="slides/slide12.xml"/><Relationship Id="rIdCourse13" Type="http://schemas.openxmlformats.org/officeDocument/2006/relationships/slide" Target="slides/slide13.xml"/><Relationship Id="rIdCourse14" Type="http://schemas.openxmlformats.org/officeDocument/2006/relationships/slide" Target="slides/slide14.xml"/><Relationship Id="rIdCourse15" Type="http://schemas.openxmlformats.org/officeDocument/2006/relationships/slide" Target="slides/slide15.xml"/><Relationship Id="rIdCourse16" Type="http://schemas.openxmlformats.org/officeDocument/2006/relationships/slide" Target="slides/slide16.xml"/><Relationship Id="rIdCourse17" Type="http://schemas.openxmlformats.org/officeDocument/2006/relationships/slide" Target="slides/slide17.xml"/><Relationship Id="rIdCourse18" Type="http://schemas.openxmlformats.org/officeDocument/2006/relationships/slide" Target="slides/slide18.xml"/><Relationship Id="rIdCourse19" Type="http://schemas.openxmlformats.org/officeDocument/2006/relationships/slide" Target="slides/slide19.xml"/><Relationship Id="rIdCourse20" Type="http://schemas.openxmlformats.org/officeDocument/2006/relationships/slide" Target="slides/slide20.xml"/><Relationship Id="rIdCourse21" Type="http://schemas.openxmlformats.org/officeDocument/2006/relationships/slide" Target="slides/slide21.xml"/><Relationship Id="rIdCourse22" Type="http://schemas.openxmlformats.org/officeDocument/2006/relationships/slide" Target="slides/slide22.xml"/><Relationship Id="rIdCourse23" Type="http://schemas.openxmlformats.org/officeDocument/2006/relationships/slide" Target="slides/slide23.xml"/><Relationship Id="rIdCourse24" Type="http://schemas.openxmlformats.org/officeDocument/2006/relationships/slide" Target="slides/slide24.xml"/><Relationship Id="rIdCourse25" Type="http://schemas.openxmlformats.org/officeDocument/2006/relationships/slide" Target="slides/slide25.xml"/><Relationship Id="rIdCourse26" Type="http://schemas.openxmlformats.org/officeDocument/2006/relationships/slide" Target="slides/slide26.xml"/><Relationship Id="rIdCourse27" Type="http://schemas.openxmlformats.org/officeDocument/2006/relationships/slide" Target="slides/slide27.xml"/><Relationship Id="rIdCourse28" Type="http://schemas.openxmlformats.org/officeDocument/2006/relationships/slide" Target="slides/slide28.xml"/><Relationship Id="rIdCourse29" Type="http://schemas.openxmlformats.org/officeDocument/2006/relationships/slide" Target="slides/slide29.xml"/><Relationship Id="rIdCourse30" Type="http://schemas.openxmlformats.org/officeDocument/2006/relationships/slide" Target="slides/slide30.xml"/><Relationship Id="rIdCourse31" Type="http://schemas.openxmlformats.org/officeDocument/2006/relationships/slide" Target="slides/slide31.xml"/><Relationship Id="rIdCourse32" Type="http://schemas.openxmlformats.org/officeDocument/2006/relationships/slide" Target="slides/slide32.xml"/><Relationship Id="rIdCourse33" Type="http://schemas.openxmlformats.org/officeDocument/2006/relationships/slide" Target="slides/slide33.xml"/><Relationship Id="rIdCourse34" Type="http://schemas.openxmlformats.org/officeDocument/2006/relationships/slide" Target="slides/slide34.xml"/><Relationship Id="rIdCourse35" Type="http://schemas.openxmlformats.org/officeDocument/2006/relationships/slide" Target="slides/slide35.xml"/><Relationship Id="rIdCourse36" Type="http://schemas.openxmlformats.org/officeDocument/2006/relationships/slide" Target="slides/slide36.xml"/><Relationship Id="rIdCourse37" Type="http://schemas.openxmlformats.org/officeDocument/2006/relationships/slide" Target="slides/slide37.xml"/><Relationship Id="rIdCourse38" Type="http://schemas.openxmlformats.org/officeDocument/2006/relationships/slide" Target="slides/slide38.xml"/><Relationship Id="rIdCourse39" Type="http://schemas.openxmlformats.org/officeDocument/2006/relationships/slide" Target="slides/slide39.xml"/><Relationship Id="rIdCourse40" Type="http://schemas.openxmlformats.org/officeDocument/2006/relationships/slide" Target="slides/slide40.xml"/><Relationship Id="rIdCourse41" Type="http://schemas.openxmlformats.org/officeDocument/2006/relationships/slide" Target="slides/slide41.xml"/><Relationship Id="rIdCourse42" Type="http://schemas.openxmlformats.org/officeDocument/2006/relationships/slide" Target="slides/slide42.xml"/><Relationship Id="rIdCourse43" Type="http://schemas.openxmlformats.org/officeDocument/2006/relationships/slide" Target="slides/slide43.xml"/><Relationship Id="rIdCourse44" Type="http://schemas.openxmlformats.org/officeDocument/2006/relationships/slide" Target="slides/slide44.xml"/><Relationship Id="rIdCourse45" Type="http://schemas.openxmlformats.org/officeDocument/2006/relationships/slide" Target="slides/slide45.xml"/><Relationship Id="rIdCourse46" Type="http://schemas.openxmlformats.org/officeDocument/2006/relationships/slide" Target="slides/slide46.xml"/><Relationship Id="rIdCourse47" Type="http://schemas.openxmlformats.org/officeDocument/2006/relationships/slide" Target="slides/slide47.xml"/><Relationship Id="rIdCourse48" Type="http://schemas.openxmlformats.org/officeDocument/2006/relationships/slide" Target="slides/slide48.xml"/><Relationship Id="rIdCourse49" Type="http://schemas.openxmlformats.org/officeDocument/2006/relationships/slide" Target="slides/slide49.xml"/><Relationship Id="rIdCourse50" Type="http://schemas.openxmlformats.org/officeDocument/2006/relationships/slide" Target="slides/slide50.xml"/><Relationship Id="rIdCourse51" Type="http://schemas.openxmlformats.org/officeDocument/2006/relationships/slide" Target="slides/slide51.xml"/><Relationship Id="rIdSourceMaster0" Type="http://schemas.openxmlformats.org/officeDocument/2006/relationships/slideMaster" Target="reused/advanced/ppt/slideMasters/slideMaster1.xml"/><Relationship Id="rIdSourceMaster1" Type="http://schemas.openxmlformats.org/officeDocument/2006/relationships/slideMaster" Target="reused/basics/ppt/slideMasters/slideMaster1.xml"/></Relationships>
</file>

<file path=ppt/reused/advanced/ppt/slideLayouts/_rels/slideLayout1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2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3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4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advanced/ppt/slideLayouts/_rels/slideLayout6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advanced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hdr="0" ftr="0"/>
</p:sldLayout>
</file>

<file path=ppt/reused/advanced/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used/advanced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90018" r:id="rId1"/>
    <p:sldLayoutId id="2147490019" r:id="rId2"/>
    <p:sldLayoutId id="2147490020" r:id="rId3"/>
    <p:sldLayoutId id="2147490021" r:id="rId4"/>
    <p:sldLayoutId id="2147490022" r:id="rId5"/>
    <p:sldLayoutId id="214749002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reused/advanced/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CDB069C-3B53-467E-BA92-AE9B91CF8413}" vid="{7538A2BA-BA1D-444F-A367-3620163F5ACD}"/>
    </a:ext>
  </a:extLst>
</a:theme>
</file>

<file path=ppt/reused/basics/ppt/slideLayouts/_rels/slideLayout1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2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3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4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basics/ppt/slideLayouts/_rels/slideLayout6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basics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hdr="0" ftr="0"/>
</p:sldLayout>
</file>

<file path=ppt/reused/basics/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used/basics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90012" r:id="rId1"/>
    <p:sldLayoutId id="2147490013" r:id="rId2"/>
    <p:sldLayoutId id="2147490014" r:id="rId3"/>
    <p:sldLayoutId id="2147490015" r:id="rId4"/>
    <p:sldLayoutId id="2147490016" r:id="rId5"/>
    <p:sldLayoutId id="214749001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reused/basics/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CDB069C-3B53-467E-BA92-AE9B91CF8413}" vid="{7538A2BA-BA1D-444F-A367-3620163F5ACD}"/>
    </a:ext>
  </a:extLst>
</a:them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90000" r:id="rId1"/>
    <p:sldLayoutId id="2147490001" r:id="rId2"/>
    <p:sldLayoutId id="2147490002" r:id="rId3"/>
    <p:sldLayoutId id="2147490003" r:id="rId4"/>
    <p:sldLayoutId id="2147490004" r:id="rId5"/>
    <p:sldLayoutId id="2147490005" r:id="rId6"/>
    <p:sldLayoutId id="2147490006" r:id="rId7"/>
    <p:sldLayoutId id="2147490007" r:id="rId8"/>
    <p:sldLayoutId id="2147490008" r:id="rId9"/>
    <p:sldLayoutId id="2147490009" r:id="rId10"/>
    <p:sldLayoutId id="21474900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9001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8" Type="http://schemas.openxmlformats.org/officeDocument/2006/relationships/image" Target="../media/image6.svg"/><ns0:Relationship Id="rId3" Type="http://schemas.openxmlformats.org/officeDocument/2006/relationships/image" Target="../media/image1.png"/><ns0:Relationship Id="rId7" Type="http://schemas.openxmlformats.org/officeDocument/2006/relationships/image" Target="../media/image5.png"/><ns0:Relationship Id="rId1" Type="http://schemas.openxmlformats.org/officeDocument/2006/relationships/slideLayout" Target="../slideLayouts/slideLayout12.xml"/><ns0:Relationship Id="rId6" Type="http://schemas.openxmlformats.org/officeDocument/2006/relationships/image" Target="../media/image4.png"/><ns0:Relationship Id="rId5" Type="http://schemas.openxmlformats.org/officeDocument/2006/relationships/image" Target="../media/image3.png"/><ns0:Relationship Id="rId4" Type="http://schemas.openxmlformats.org/officeDocument/2006/relationships/image" Target="../media/image2.png"/></ns0:Relationships>
</file>

<file path=ppt/slides/_rels/slide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19.png"/><ns0:Relationship Id="src_rId2" Type="http://schemas.openxmlformats.org/officeDocument/2006/relationships/image" Target="../reused/basics/ppt/media/image18.png"/><ns0:Relationship Id="src_rId1" Type="http://schemas.openxmlformats.org/officeDocument/2006/relationships/slideLayout" Target="../reused/basics/ppt/slideLayouts/slideLayout2.xml"/></ns0:Relationships>
</file>

<file path=ppt/slides/_rels/slide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20.png"/><ns0:Relationship Id="src_rId1" Type="http://schemas.openxmlformats.org/officeDocument/2006/relationships/slideLayout" Target="../reused/basics/ppt/slideLayouts/slideLayout2.xml"/></ns0:Relationships>
</file>

<file path=ppt/slides/_rels/slide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21.png"/><ns0:Relationship Id="src_rId1" Type="http://schemas.openxmlformats.org/officeDocument/2006/relationships/slideLayout" Target="../reused/basics/ppt/slideLayouts/slideLayout2.xml"/></ns0:Relationships>
</file>

<file path=ppt/slides/_rels/slide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610.png"/><ns0:Relationship Id="src_rId2" Type="http://schemas.openxmlformats.org/officeDocument/2006/relationships/image" Target="../reused/basics/ppt/media/image510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73.png"/></ns0:Relationships>
</file>

<file path=ppt/slides/_rels/slide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610.png"/><ns0:Relationship Id="src_rId2" Type="http://schemas.openxmlformats.org/officeDocument/2006/relationships/image" Target="../reused/basics/ppt/media/image510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73.png"/></ns0:Relationships>
</file>

<file path=ppt/slides/_rels/slide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610.png"/><ns0:Relationship Id="src_rId2" Type="http://schemas.openxmlformats.org/officeDocument/2006/relationships/image" Target="../reused/basics/ppt/media/image510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73.png"/></ns0:Relationships>
</file>

<file path=ppt/slides/_rels/slide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610.png"/><ns0:Relationship Id="src_rId2" Type="http://schemas.openxmlformats.org/officeDocument/2006/relationships/image" Target="../reused/basics/ppt/media/image510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73.png"/></ns0:Relationships>
</file>

<file path=ppt/slides/_rels/slide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basics/ppt/slideLayouts/slideLayout2.xml"/></ns0:Relationships>
</file>

<file path=ppt/slides/_rels/slide1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basics/ppt/slideLayouts/slideLayout2.xml"/></ns0:Relationships>
</file>

<file path=ppt/slides/_rels/slide11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23.png"/><ns0:Relationship Id="src_rId2" Type="http://schemas.openxmlformats.org/officeDocument/2006/relationships/image" Target="../reused/basics/ppt/media/image22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24.png"/></ns0:Relationships>
</file>

<file path=ppt/slides/_rels/slide1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26.png"/><ns0:Relationship Id="src_rId2" Type="http://schemas.openxmlformats.org/officeDocument/2006/relationships/image" Target="../reused/basics/ppt/media/image25.png"/><ns0:Relationship Id="src_rId1" Type="http://schemas.openxmlformats.org/officeDocument/2006/relationships/slideLayout" Target="../reused/basics/ppt/slideLayouts/slideLayout2.xml"/></ns0:Relationships>
</file>

<file path=ppt/slides/_rels/slide1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28.png"/><ns0:Relationship Id="src_rId2" Type="http://schemas.openxmlformats.org/officeDocument/2006/relationships/image" Target="../reused/basics/ppt/media/image27.png"/><ns0:Relationship Id="src_rId1" Type="http://schemas.openxmlformats.org/officeDocument/2006/relationships/slideLayout" Target="../reused/basics/ppt/slideLayouts/slideLayout2.xml"/></ns0:Relationships>
</file>

<file path=ppt/slides/_rels/slide1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29.png"/><ns0:Relationship Id="src_rId2" Type="http://schemas.openxmlformats.org/officeDocument/2006/relationships/image" Target="../reused/basics/ppt/media/image27.png"/><ns0:Relationship Id="src_rId1" Type="http://schemas.openxmlformats.org/officeDocument/2006/relationships/slideLayout" Target="../reused/basics/ppt/slideLayouts/slideLayout2.xml"/></ns0:Relationships>
</file>

<file path=ppt/slides/_rels/slide1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29.png"/><ns0:Relationship Id="src_rId2" Type="http://schemas.openxmlformats.org/officeDocument/2006/relationships/image" Target="../reused/basics/ppt/media/image27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24.png"/></ns0:Relationships>
</file>

<file path=ppt/slides/_rels/slide1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31.png"/><ns0:Relationship Id="src_rId2" Type="http://schemas.openxmlformats.org/officeDocument/2006/relationships/image" Target="../reused/basics/ppt/media/image30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32.png"/></ns0:Relationships>
</file>

<file path=ppt/slides/_rels/slide1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21.png"/><ns0:Relationship Id="src_rId1" Type="http://schemas.openxmlformats.org/officeDocument/2006/relationships/slideLayout" Target="../reused/basics/ppt/slideLayouts/slideLayout2.xml"/></ns0:Relationships>
</file>

<file path=ppt/slides/_rels/slide1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21.png"/><ns0:Relationship Id="src_rId1" Type="http://schemas.openxmlformats.org/officeDocument/2006/relationships/slideLayout" Target="../reused/basics/ppt/slideLayouts/slideLayout2.xml"/></ns0:Relationships>
</file>

<file path=ppt/slides/_rels/slide1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advanced/ppt/media/image7.jpeg"/><ns0:Relationship Id="src_rId1" Type="http://schemas.openxmlformats.org/officeDocument/2006/relationships/slideLayout" Target="../reused/advanced/ppt/slideLayouts/slideLayout2.xml"/></ns0:Relationships>
</file>

<file path=ppt/slides/_rels/slide2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getting-started/tutorials/03-matrix-multiplication.html" TargetMode="External"/><ns0:Relationship Id="src_rId2" Type="http://schemas.openxmlformats.org/officeDocument/2006/relationships/image" Target="../reused/advanced/ppt/media/image8.png"/><ns0:Relationship Id="src_rId1" Type="http://schemas.openxmlformats.org/officeDocument/2006/relationships/slideLayout" Target="../reused/advanced/ppt/slideLayouts/slideLayout2.xml"/></ns0:Relationships>
</file>

<file path=ppt/slides/_rels/slide21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getting-started/tutorials/03-matrix-multiplication.html" TargetMode="External"/><ns0:Relationship Id="src_rId2" Type="http://schemas.openxmlformats.org/officeDocument/2006/relationships/image" Target="../reused/advanced/ppt/media/image8.png"/><ns0:Relationship Id="src_rId1" Type="http://schemas.openxmlformats.org/officeDocument/2006/relationships/slideLayout" Target="../reused/advanced/ppt/slideLayouts/slideLayout2.xml"/></ns0:Relationships>
</file>

<file path=ppt/slides/_rels/slide2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advanced/ppt/media/image8.png"/><ns0:Relationship Id="src_rId2" Type="http://schemas.openxmlformats.org/officeDocument/2006/relationships/hyperlink" Target="https://triton-lang.org/main/getting-started/tutorials/03-matrix-multiplication.html" TargetMode="External"/><ns0:Relationship Id="src_rId1" Type="http://schemas.openxmlformats.org/officeDocument/2006/relationships/slideLayout" Target="../reused/advanced/ppt/slideLayouts/slideLayout2.xml"/></ns0:Relationships>
</file>

<file path=ppt/slides/_rels/slide2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advanced/ppt/slideLayouts/slideLayout2.xml"/></ns0:Relationships>
</file>

<file path=ppt/slides/_rels/slide2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6.png"/><ns0:Relationship Id="src_rId1" Type="http://schemas.openxmlformats.org/officeDocument/2006/relationships/slideLayout" Target="../reused/basics/ppt/slideLayouts/slideLayout2.xml"/></ns0:Relationships>
</file>

<file path=ppt/slides/_rels/slide2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7.png"/><ns0:Relationship Id="src_rId1" Type="http://schemas.openxmlformats.org/officeDocument/2006/relationships/slideLayout" Target="../reused/basics/ppt/slideLayouts/slideLayout2.xml"/></ns0:Relationships>
</file>

<file path=ppt/slides/_rels/slide2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basics/ppt/slideLayouts/slideLayout2.xml"/></ns0:Relationships>
</file>

<file path=ppt/slides/_rels/slide2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basics/ppt/slideLayouts/slideLayout2.xml"/></ns0:Relationships>
</file>

<file path=ppt/slides/_rels/slide2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8.png"/><ns0:Relationship Id="src_rId1" Type="http://schemas.openxmlformats.org/officeDocument/2006/relationships/slideLayout" Target="../reused/basics/ppt/slideLayouts/slideLayout2.xml"/></ns0:Relationships>
</file>

<file path=ppt/slides/_rels/slide2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9.png"/><ns0:Relationship Id="src_rId1" Type="http://schemas.openxmlformats.org/officeDocument/2006/relationships/slideLayout" Target="../reused/basics/ppt/slideLayouts/slideLayout2.xml"/></ns0:Relationships>
</file>

<file path=ppt/slides/_rels/slide3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9.png"/><ns0:Relationship Id="src_rId1" Type="http://schemas.openxmlformats.org/officeDocument/2006/relationships/slideLayout" Target="../reused/basics/ppt/slideLayouts/slideLayout2.xml"/></ns0:Relationships>
</file>

<file path=ppt/slides/_rels/slide31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0.png"/><ns0:Relationship Id="src_rId1" Type="http://schemas.openxmlformats.org/officeDocument/2006/relationships/slideLayout" Target="../reused/basics/ppt/slideLayouts/slideLayout2.xml"/></ns0:Relationships>
</file>

<file path=ppt/slides/_rels/slide3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1.png"/><ns0:Relationship Id="src_rId1" Type="http://schemas.openxmlformats.org/officeDocument/2006/relationships/slideLayout" Target="../reused/basics/ppt/slideLayouts/slideLayout2.xml"/></ns0:Relationships>
</file>

<file path=ppt/slides/_rels/slide3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2.png"/><ns0:Relationship Id="src_rId1" Type="http://schemas.openxmlformats.org/officeDocument/2006/relationships/slideLayout" Target="../reused/basics/ppt/slideLayouts/slideLayout2.xml"/></ns0:Relationships>
</file>

<file path=ppt/slides/_rels/slide3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3.png"/><ns0:Relationship Id="src_rId1" Type="http://schemas.openxmlformats.org/officeDocument/2006/relationships/slideLayout" Target="../reused/basics/ppt/slideLayouts/slideLayout2.xml"/></ns0:Relationships>
</file>

<file path=ppt/slides/_rels/slide3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4.png"/><ns0:Relationship Id="src_rId1" Type="http://schemas.openxmlformats.org/officeDocument/2006/relationships/slideLayout" Target="../reused/basics/ppt/slideLayouts/slideLayout2.xml"/></ns0:Relationships>
</file>

<file path=ppt/slides/_rels/slide3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4.png"/><ns0:Relationship Id="src_rId1" Type="http://schemas.openxmlformats.org/officeDocument/2006/relationships/slideLayout" Target="../reused/basics/ppt/slideLayouts/slideLayout2.xml"/></ns0:Relationships>
</file>

<file path=ppt/slides/_rels/slide3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5.png"/><ns0:Relationship Id="src_rId1" Type="http://schemas.openxmlformats.org/officeDocument/2006/relationships/slideLayout" Target="../reused/basics/ppt/slideLayouts/slideLayout2.xml"/></ns0:Relationships>
</file>

<file path=ppt/slides/_rels/slide3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6.png"/><ns0:Relationship Id="src_rId1" Type="http://schemas.openxmlformats.org/officeDocument/2006/relationships/slideLayout" Target="../reused/basics/ppt/slideLayouts/slideLayout2.xml"/></ns0:Relationships>
</file>

<file path=ppt/slides/_rels/slide3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7.png"/><ns0:Relationship Id="src_rId1" Type="http://schemas.openxmlformats.org/officeDocument/2006/relationships/slideLayout" Target="../reused/basics/ppt/slideLayouts/slideLayout2.xml"/></ns0:Relationships>
</file>

<file path=ppt/slides/_rels/slide4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8.png"/><ns0:Relationship Id="src_rId1" Type="http://schemas.openxmlformats.org/officeDocument/2006/relationships/slideLayout" Target="../reused/basics/ppt/slideLayouts/slideLayout2.xml"/></ns0:Relationships>
</file>

<file path=ppt/slides/_rels/slide41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9.png"/><ns0:Relationship Id="src_rId1" Type="http://schemas.openxmlformats.org/officeDocument/2006/relationships/slideLayout" Target="../reused/basics/ppt/slideLayouts/slideLayout2.xml"/></ns0:Relationships>
</file>

<file path=ppt/slides/_rels/slide4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69.png"/><ns0:Relationship Id="src_rId1" Type="http://schemas.openxmlformats.org/officeDocument/2006/relationships/slideLayout" Target="../reused/basics/ppt/slideLayouts/slideLayout2.xml"/></ns0:Relationships>
</file>

<file path=ppt/slides/_rels/slide4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70.png"/><ns0:Relationship Id="src_rId1" Type="http://schemas.openxmlformats.org/officeDocument/2006/relationships/slideLayout" Target="../reused/basics/ppt/slideLayouts/slideLayout2.xml"/></ns0:Relationships>
</file>

<file path=ppt/slides/_rels/slide4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71.png"/><ns0:Relationship Id="src_rId1" Type="http://schemas.openxmlformats.org/officeDocument/2006/relationships/slideLayout" Target="../reused/basics/ppt/slideLayouts/slideLayout2.xml"/></ns0:Relationships>
</file>

<file path=ppt/slides/_rels/slide4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71.png"/><ns0:Relationship Id="src_rId1" Type="http://schemas.openxmlformats.org/officeDocument/2006/relationships/slideLayout" Target="../reused/basics/ppt/slideLayouts/slideLayout2.xml"/></ns0:Relationships>
</file>

<file path=ppt/slides/_rels/slide4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69.png"/><ns0:Relationship Id="src_rId2" Type="http://schemas.openxmlformats.org/officeDocument/2006/relationships/image" Target="../reused/basics/ppt/media/image71.png"/><ns0:Relationship Id="src_rId1" Type="http://schemas.openxmlformats.org/officeDocument/2006/relationships/slideLayout" Target="../reused/basics/ppt/slideLayouts/slideLayout2.xml"/><ns0:Relationship Id="src_rId5" Type="http://schemas.openxmlformats.org/officeDocument/2006/relationships/image" Target="../reused/basics/ppt/media/image59.png"/><ns0:Relationship Id="src_rId4" Type="http://schemas.openxmlformats.org/officeDocument/2006/relationships/image" Target="../reused/basics/ppt/media/image64.png"/></ns0:Relationships>
</file>

<file path=ppt/slides/_rels/slide4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74.png"/><ns0:Relationship Id="src_rId2" Type="http://schemas.openxmlformats.org/officeDocument/2006/relationships/image" Target="../reused/basics/ppt/media/image72.png"/><ns0:Relationship Id="src_rId1" Type="http://schemas.openxmlformats.org/officeDocument/2006/relationships/slideLayout" Target="../reused/basics/ppt/slideLayouts/slideLayout2.xml"/></ns0:Relationships>
</file>

<file path=ppt/slides/_rels/slide4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7.png"/><ns0:Relationship Id="src_rId1" Type="http://schemas.openxmlformats.org/officeDocument/2006/relationships/slideLayout" Target="../reused/basics/ppt/slideLayouts/slideLayout2.xml"/></ns0:Relationships>
</file>

<file path=ppt/slides/_rels/slide4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7.png"/><ns0:Relationship Id="src_rId1" Type="http://schemas.openxmlformats.org/officeDocument/2006/relationships/slideLayout" Target="../reused/basics/ppt/slideLayouts/slideLayout2.xml"/></ns0:Relationships>
</file>

<file path=ppt/slides/_rels/slide5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ninetoothed.org/" TargetMode="External"/><ns0:Relationship Id="src_rId2" Type="http://schemas.openxmlformats.org/officeDocument/2006/relationships/hyperlink" Target="https://github.com/InfiniTensor/ninetoothed" TargetMode="External"/><ns0:Relationship Id="src_rId1" Type="http://schemas.openxmlformats.org/officeDocument/2006/relationships/slideLayout" Target="../reused/basics/ppt/slideLayouts/slideLayout2.xml"/><ns0:Relationship Id="src_rId6" Type="http://schemas.openxmlformats.org/officeDocument/2006/relationships/hyperlink" Target="https://github.com/InfiniTensor/ninetoothed-examples" TargetMode="External"/><ns0:Relationship Id="src_rId5" Type="http://schemas.openxmlformats.org/officeDocument/2006/relationships/hyperlink" Target="https://pypi.org/project/ninetoothed/" TargetMode="External"/><ns0:Relationship Id="src_rId4" Type="http://schemas.openxmlformats.org/officeDocument/2006/relationships/hyperlink" Target="https://github.com/InfiniTensor/ntops" TargetMode="External"/></ns0:Relationships>
</file>

<file path=ppt/slides/_rels/slide51.xml.rels><?xml version='1.0' encoding='UTF-8' standalone='yes'?>
<ns0:Relationships xmlns:ns0="http://schemas.openxmlformats.org/package/2006/relationships"><ns0:Relationship Id="rId8" Type="http://schemas.openxmlformats.org/officeDocument/2006/relationships/image" Target="../media/image6.svg"/><ns0:Relationship Id="rId3" Type="http://schemas.openxmlformats.org/officeDocument/2006/relationships/image" Target="../media/image10.png"/><ns0:Relationship Id="rId7" Type="http://schemas.openxmlformats.org/officeDocument/2006/relationships/image" Target="../media/image5.png"/><ns0:Relationship Id="rId1" Type="http://schemas.openxmlformats.org/officeDocument/2006/relationships/slideLayout" Target="../slideLayouts/slideLayout12.xml"/><ns0:Relationship Id="rId6" Type="http://schemas.openxmlformats.org/officeDocument/2006/relationships/image" Target="../media/image4.png"/><ns0:Relationship Id="rId5" Type="http://schemas.openxmlformats.org/officeDocument/2006/relationships/image" Target="../media/image3.png"/><ns0:Relationship Id="rId4" Type="http://schemas.openxmlformats.org/officeDocument/2006/relationships/image" Target="../media/image2.png"/><ns0:Relationship Id="rId9" Type="http://schemas.openxmlformats.org/officeDocument/2006/relationships/image" Target="../media/image11.JPG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69" r="169"/>
          <a:stretch>
            <a:fillRect/>
          </a:stretch>
        </p:blipFill>
        <p:spPr>
          <a:xfrm>
            <a:off x="457200" y="298306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12800" y="2413000"/>
            <a:ext cx="685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算子开发实战营 · 第5讲</a:t>
            </a:r>
          </a:p>
        </p:txBody>
      </p:sp>
      <p:cxnSp>
        <p:nvCxnSpPr>
          <p:cNvPr id="8" name="Connector 8"/>
          <p:cNvCxnSpPr/>
          <p:nvPr/>
        </p:nvCxnSpPr>
        <p:spPr>
          <a:xfrm rot="-74721">
            <a:off x="812869" y="28384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DD4B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812799" y="3048000"/>
            <a:ext cx="9274563" cy="162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8333"/>
              </a:lnSpc>
              <a:defRPr/>
            </a:pPr>
            <a:r>
              <a:rPr lang="zh-CN" altLang="en-US" sz="3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基于九齿</a:t>
            </a:r>
          </a:p>
          <a:p>
            <a:pPr marL="0" indent="0" algn="l">
              <a:lnSpc>
                <a:spcPct val="98333"/>
              </a:lnSpc>
              <a:defRPr/>
            </a:pPr>
            <a:r>
              <a:rPr lang="zh-CN" altLang="en-US" sz="3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复杂算子实现案例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" y="4851400"/>
            <a:ext cx="812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黄嘉成　2026 年 9 月 17 日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" y="5334000"/>
            <a:ext cx="838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Infra开源社区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GitLink开源平台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DataWhale开源学习社区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启悟学习社区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九源社区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1200" b="0" i="0" u="none" strike="noStrike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沐曦股份</a:t>
            </a:r>
            <a:r>
              <a:rPr lang="en-US" altLang="zh-CN" sz="1200" b="0" i="0" u="none" strike="noStrike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联合推出</a:t>
            </a:r>
            <a:endParaRPr lang="en-US" altLang="zh-CN" sz="1200" dirty="0"/>
          </a:p>
        </p:txBody>
      </p:sp>
      <p:cxnSp>
        <p:nvCxnSpPr>
          <p:cNvPr id="12" name="Connector 12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5页"/>
          <p:cNvGrpSpPr/>
          <p:nvPr/>
        </p:nvGrpSpPr>
        <p:grpSpPr>
          <a:xfrm>
            <a:off x="3913907" y="2133600"/>
            <a:ext cx="4364185" cy="4076700"/>
            <a:chOff x="3319780" y="982980"/>
            <a:chExt cx="5552440" cy="5186680"/>
          </a:xfrm>
        </p:grpSpPr>
        <p:grpSp>
          <p:nvGrpSpPr>
            <p:cNvPr id="14" name="组合 3">
              <a:extLst>
                <a:ext uri="{FF2B5EF4-FFF2-40B4-BE49-F238E27FC236}">
                  <a16:creationId xmlns:a16="http://schemas.microsoft.com/office/drawing/2014/main" id="{7B900DF2-2428-8AE9-5BC3-95E2546476FC}"/>
                </a:ext>
              </a:extLst>
            </p:cNvPr>
            <p:cNvGrpSpPr/>
            <p:nvPr/>
          </p:nvGrpSpPr>
          <p:grpSpPr>
            <a:xfrm>
              <a:off x="3319780" y="982980"/>
              <a:ext cx="5552440" cy="5186680"/>
              <a:chOff x="5228" y="1548"/>
              <a:chExt cx="8744" cy="8168"/>
            </a:xfrm>
          </p:grpSpPr>
          <p:grpSp>
            <p:nvGrpSpPr>
              <p:cNvPr id="15" name="组合 4">
                <a:extLst>
                  <a:ext uri="{FF2B5EF4-FFF2-40B4-BE49-F238E27FC236}">
                    <a16:creationId xmlns:a16="http://schemas.microsoft.com/office/drawing/2014/main" id="{D253B1EB-6449-3C1A-41C0-7111EA6F18C5}"/>
                  </a:ext>
                </a:extLst>
              </p:cNvPr>
              <p:cNvGrpSpPr/>
              <p:nvPr/>
            </p:nvGrpSpPr>
            <p:grpSpPr>
              <a:xfrm>
                <a:off x="5228" y="1548"/>
                <a:ext cx="8744" cy="8168"/>
                <a:chOff x="5228" y="1548"/>
                <a:chExt cx="8744" cy="8168"/>
              </a:xfrm>
            </p:grpSpPr>
            <p:pic>
              <p:nvPicPr>
                <p:cNvPr id="16" name="图片 7" descr="Matrix_multiplication_diagram_2.svg">
                  <a:extLst>
                    <a:ext uri="{FF2B5EF4-FFF2-40B4-BE49-F238E27FC236}">
                      <a16:creationId xmlns:a16="http://schemas.microsoft.com/office/drawing/2014/main" id="{5DBBEA46-9900-BA3A-1F1A-1EF8372C57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src_rId2"/>
                <a:stretch>
                  <a:fillRect/>
                </a:stretch>
              </p:blipFill>
              <p:spPr>
                <a:xfrm>
                  <a:off x="5228" y="1548"/>
                  <a:ext cx="8744" cy="7703"/>
                </a:xfrm>
                <a:prstGeom prst="rect">
                  <a:avLst/>
                </a:prstGeom>
              </p:spPr>
            </p:pic>
            <p:sp>
              <p:nvSpPr>
                <p:cNvPr id="17" name="文本框 8">
                  <a:extLst>
                    <a:ext uri="{FF2B5EF4-FFF2-40B4-BE49-F238E27FC236}">
                      <a16:creationId xmlns:a16="http://schemas.microsoft.com/office/drawing/2014/main" id="{6DFCE26C-2198-8591-18C9-05AE3D375375}"/>
                    </a:ext>
                  </a:extLst>
                </p:cNvPr>
                <p:cNvSpPr txBox="1"/>
                <p:nvPr/>
              </p:nvSpPr>
              <p:spPr>
                <a:xfrm>
                  <a:off x="5585" y="8700"/>
                  <a:ext cx="8164" cy="1016"/>
                </a:xfrm>
                <a:prstGeom prst="rect">
                  <a:avLst/>
                </a:prstGeom>
                <a:noFill/>
              </p:spPr>
              <p:txBody>
                <a:bodyPr wrap="square" rtlCol="0" lIns="71871" rIns="71871" tIns="35936" bIns="35936">
                  <a:spAutoFit/>
                </a:bodyPr>
                <a:lstStyle>
                  <a:defPPr>
                    <a:defRPr lang="zh-CN"/>
                  </a:defPPr>
                  <a:lvl1pPr marL="0" algn="l" defTabSz="718713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59357" algn="l" defTabSz="718713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18713" algn="l" defTabSz="718713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78070" algn="l" defTabSz="718713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437426" algn="l" defTabSz="718713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41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943"/>
                    <a:t>By File:Matrix multiplication diagram.svg:User:BilouSee below. - This file was derived from: Matrix multiplication diagram.svg, CC BY-SA 3.0, https://commons.wikimedia.org/w/index.php?curid=15175268</a:t>
                  </a:r>
                </a:p>
              </p:txBody>
            </p:sp>
          </p:grpSp>
          <p:pic>
            <p:nvPicPr>
              <p:cNvPr id="18" name="图片 5">
                <a:extLst>
                  <a:ext uri="{FF2B5EF4-FFF2-40B4-BE49-F238E27FC236}">
                    <a16:creationId xmlns:a16="http://schemas.microsoft.com/office/drawing/2014/main" id="{C8817727-2238-2BE0-47BF-D4C380C9F3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src_rId3"/>
              <a:stretch>
                <a:fillRect/>
              </a:stretch>
            </p:blipFill>
            <p:spPr>
              <a:xfrm>
                <a:off x="5639" y="2610"/>
                <a:ext cx="3330" cy="1429"/>
              </a:xfrm>
              <a:prstGeom prst="rect">
                <a:avLst/>
              </a:prstGeom>
            </p:spPr>
          </p:pic>
          <p:sp>
            <p:nvSpPr>
              <p:cNvPr id="19" name="矩形 6">
                <a:extLst>
                  <a:ext uri="{FF2B5EF4-FFF2-40B4-BE49-F238E27FC236}">
                    <a16:creationId xmlns:a16="http://schemas.microsoft.com/office/drawing/2014/main" id="{451AFDA7-7574-5A76-46F7-2E1CB9266DF3}"/>
                  </a:ext>
                </a:extLst>
              </p:cNvPr>
              <p:cNvSpPr/>
              <p:nvPr/>
            </p:nvSpPr>
            <p:spPr>
              <a:xfrm>
                <a:off x="5801" y="2610"/>
                <a:ext cx="3081" cy="1358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 lIns="71871" rIns="71871" tIns="35936" bIns="35936"/>
              <a:lstStyle>
                <a:defPPr>
                  <a:defRPr lang="zh-CN"/>
                </a:defPPr>
                <a:lvl1pPr marL="0" algn="l" defTabSz="718713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9357" algn="l" defTabSz="718713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8713" algn="l" defTabSz="718713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78070" algn="l" defTabSz="718713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37426" algn="l" defTabSz="718713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41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6页"/>
          <p:cNvGrpSpPr/>
          <p:nvPr/>
        </p:nvGrpSpPr>
        <p:grpSpPr>
          <a:xfrm>
            <a:off x="4066285" y="2133600"/>
            <a:ext cx="4059430" cy="4076700"/>
            <a:chOff x="3203575" y="525145"/>
            <a:chExt cx="5783912" cy="5808518"/>
          </a:xfrm>
        </p:grpSpPr>
        <p:pic>
          <p:nvPicPr>
            <p:cNvPr id="14" name="图片 1" descr="tiled-matmul">
              <a:extLst>
                <a:ext uri="{FF2B5EF4-FFF2-40B4-BE49-F238E27FC236}">
                  <a16:creationId xmlns:a16="http://schemas.microsoft.com/office/drawing/2014/main" id="{9484BCEF-7235-614F-810B-A4EB6A6E2581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203575" y="525145"/>
              <a:ext cx="5783912" cy="58085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7页"/>
          <p:cNvGrpSpPr/>
          <p:nvPr/>
        </p:nvGrpSpPr>
        <p:grpSpPr>
          <a:xfrm>
            <a:off x="1985328" y="2133600"/>
            <a:ext cx="8221344" cy="4076700"/>
            <a:chOff x="2349771" y="1571365"/>
            <a:chExt cx="7492458" cy="3715269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B6B6BBE3-6C3A-9DFE-DE68-D89CC831798B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349771" y="1571365"/>
              <a:ext cx="7492458" cy="37152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8页"/>
          <p:cNvGrpSpPr/>
          <p:nvPr/>
        </p:nvGrpSpPr>
        <p:grpSpPr>
          <a:xfrm>
            <a:off x="4142581" y="2220722"/>
            <a:ext cx="3906837" cy="3902456"/>
            <a:chOff x="4074795" y="1813560"/>
            <a:chExt cx="3397250" cy="3393440"/>
          </a:xfrm>
        </p:grpSpPr>
        <p:sp>
          <p:nvSpPr>
            <p:cNvPr id="14" name="矩形 1">
              <a:extLst>
                <a:ext uri="{FF2B5EF4-FFF2-40B4-BE49-F238E27FC236}">
                  <a16:creationId xmlns:a16="http://schemas.microsoft.com/office/drawing/2014/main" id="{7B33AF87-4D3B-0F10-8B56-D302A7F87869}"/>
                </a:ext>
              </a:extLst>
            </p:cNvPr>
            <p:cNvSpPr/>
            <p:nvPr/>
          </p:nvSpPr>
          <p:spPr>
            <a:xfrm>
              <a:off x="602869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矩形 3">
              <a:extLst>
                <a:ext uri="{FF2B5EF4-FFF2-40B4-BE49-F238E27FC236}">
                  <a16:creationId xmlns:a16="http://schemas.microsoft.com/office/drawing/2014/main" id="{6D9604FE-E31D-85BE-C296-1557241BB16F}"/>
                </a:ext>
              </a:extLst>
            </p:cNvPr>
            <p:cNvSpPr/>
            <p:nvPr/>
          </p:nvSpPr>
          <p:spPr>
            <a:xfrm>
              <a:off x="620903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3A4986EB-8882-A171-E81C-A2401C9B6172}"/>
                </a:ext>
              </a:extLst>
            </p:cNvPr>
            <p:cNvSpPr/>
            <p:nvPr/>
          </p:nvSpPr>
          <p:spPr>
            <a:xfrm>
              <a:off x="638873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5">
              <a:extLst>
                <a:ext uri="{FF2B5EF4-FFF2-40B4-BE49-F238E27FC236}">
                  <a16:creationId xmlns:a16="http://schemas.microsoft.com/office/drawing/2014/main" id="{A388341D-51C1-D3C6-D66B-5D25C840112A}"/>
                </a:ext>
              </a:extLst>
            </p:cNvPr>
            <p:cNvSpPr/>
            <p:nvPr/>
          </p:nvSpPr>
          <p:spPr>
            <a:xfrm>
              <a:off x="656907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6">
              <a:extLst>
                <a:ext uri="{FF2B5EF4-FFF2-40B4-BE49-F238E27FC236}">
                  <a16:creationId xmlns:a16="http://schemas.microsoft.com/office/drawing/2014/main" id="{1796EC1A-69FA-432D-B63F-12C6AAB12620}"/>
                </a:ext>
              </a:extLst>
            </p:cNvPr>
            <p:cNvSpPr/>
            <p:nvPr/>
          </p:nvSpPr>
          <p:spPr>
            <a:xfrm>
              <a:off x="602869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7">
              <a:extLst>
                <a:ext uri="{FF2B5EF4-FFF2-40B4-BE49-F238E27FC236}">
                  <a16:creationId xmlns:a16="http://schemas.microsoft.com/office/drawing/2014/main" id="{C9DD8B0C-358D-F7C0-364C-8CC9C39D885B}"/>
                </a:ext>
              </a:extLst>
            </p:cNvPr>
            <p:cNvSpPr/>
            <p:nvPr/>
          </p:nvSpPr>
          <p:spPr>
            <a:xfrm>
              <a:off x="620903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矩形 8">
              <a:extLst>
                <a:ext uri="{FF2B5EF4-FFF2-40B4-BE49-F238E27FC236}">
                  <a16:creationId xmlns:a16="http://schemas.microsoft.com/office/drawing/2014/main" id="{F9B9651E-5822-D044-2FA9-1AFBBF2CAECF}"/>
                </a:ext>
              </a:extLst>
            </p:cNvPr>
            <p:cNvSpPr/>
            <p:nvPr/>
          </p:nvSpPr>
          <p:spPr>
            <a:xfrm>
              <a:off x="638873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矩形 9">
              <a:extLst>
                <a:ext uri="{FF2B5EF4-FFF2-40B4-BE49-F238E27FC236}">
                  <a16:creationId xmlns:a16="http://schemas.microsoft.com/office/drawing/2014/main" id="{58C7F985-585F-0759-4426-9E8F7D23C1D7}"/>
                </a:ext>
              </a:extLst>
            </p:cNvPr>
            <p:cNvSpPr/>
            <p:nvPr/>
          </p:nvSpPr>
          <p:spPr>
            <a:xfrm>
              <a:off x="656907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矩形 10">
              <a:extLst>
                <a:ext uri="{FF2B5EF4-FFF2-40B4-BE49-F238E27FC236}">
                  <a16:creationId xmlns:a16="http://schemas.microsoft.com/office/drawing/2014/main" id="{19BC8642-D872-61BD-3D66-8523DEE07727}"/>
                </a:ext>
              </a:extLst>
            </p:cNvPr>
            <p:cNvSpPr/>
            <p:nvPr/>
          </p:nvSpPr>
          <p:spPr>
            <a:xfrm>
              <a:off x="602869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矩形 11">
              <a:extLst>
                <a:ext uri="{FF2B5EF4-FFF2-40B4-BE49-F238E27FC236}">
                  <a16:creationId xmlns:a16="http://schemas.microsoft.com/office/drawing/2014/main" id="{8BE29917-8DE6-4D49-4AB6-261C0D07C602}"/>
                </a:ext>
              </a:extLst>
            </p:cNvPr>
            <p:cNvSpPr/>
            <p:nvPr/>
          </p:nvSpPr>
          <p:spPr>
            <a:xfrm>
              <a:off x="620903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矩形 12">
              <a:extLst>
                <a:ext uri="{FF2B5EF4-FFF2-40B4-BE49-F238E27FC236}">
                  <a16:creationId xmlns:a16="http://schemas.microsoft.com/office/drawing/2014/main" id="{A08E428C-7AAF-DD1C-182A-FF2356F599B3}"/>
                </a:ext>
              </a:extLst>
            </p:cNvPr>
            <p:cNvSpPr/>
            <p:nvPr/>
          </p:nvSpPr>
          <p:spPr>
            <a:xfrm>
              <a:off x="638873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" name="矩形 13">
              <a:extLst>
                <a:ext uri="{FF2B5EF4-FFF2-40B4-BE49-F238E27FC236}">
                  <a16:creationId xmlns:a16="http://schemas.microsoft.com/office/drawing/2014/main" id="{6072E316-06EC-68AC-600C-4CD3CBA4D177}"/>
                </a:ext>
              </a:extLst>
            </p:cNvPr>
            <p:cNvSpPr/>
            <p:nvPr/>
          </p:nvSpPr>
          <p:spPr>
            <a:xfrm>
              <a:off x="656907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" name="矩形 14">
              <a:extLst>
                <a:ext uri="{FF2B5EF4-FFF2-40B4-BE49-F238E27FC236}">
                  <a16:creationId xmlns:a16="http://schemas.microsoft.com/office/drawing/2014/main" id="{73AFCD0C-C24A-D7AC-B675-508003C1D0A4}"/>
                </a:ext>
              </a:extLst>
            </p:cNvPr>
            <p:cNvSpPr/>
            <p:nvPr/>
          </p:nvSpPr>
          <p:spPr>
            <a:xfrm>
              <a:off x="602869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15">
              <a:extLst>
                <a:ext uri="{FF2B5EF4-FFF2-40B4-BE49-F238E27FC236}">
                  <a16:creationId xmlns:a16="http://schemas.microsoft.com/office/drawing/2014/main" id="{254F49F8-4655-923B-368B-752BFD95BD99}"/>
                </a:ext>
              </a:extLst>
            </p:cNvPr>
            <p:cNvSpPr/>
            <p:nvPr/>
          </p:nvSpPr>
          <p:spPr>
            <a:xfrm>
              <a:off x="620903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16">
              <a:extLst>
                <a:ext uri="{FF2B5EF4-FFF2-40B4-BE49-F238E27FC236}">
                  <a16:creationId xmlns:a16="http://schemas.microsoft.com/office/drawing/2014/main" id="{B7775731-2BCD-C59C-168F-745C39A39C99}"/>
                </a:ext>
              </a:extLst>
            </p:cNvPr>
            <p:cNvSpPr/>
            <p:nvPr/>
          </p:nvSpPr>
          <p:spPr>
            <a:xfrm>
              <a:off x="638873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矩形 17">
              <a:extLst>
                <a:ext uri="{FF2B5EF4-FFF2-40B4-BE49-F238E27FC236}">
                  <a16:creationId xmlns:a16="http://schemas.microsoft.com/office/drawing/2014/main" id="{6DDF64C2-2DA7-C2FA-1F34-6EC82A8BEC80}"/>
                </a:ext>
              </a:extLst>
            </p:cNvPr>
            <p:cNvSpPr/>
            <p:nvPr/>
          </p:nvSpPr>
          <p:spPr>
            <a:xfrm>
              <a:off x="656907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" name="矩形 18">
              <a:extLst>
                <a:ext uri="{FF2B5EF4-FFF2-40B4-BE49-F238E27FC236}">
                  <a16:creationId xmlns:a16="http://schemas.microsoft.com/office/drawing/2014/main" id="{8360E530-CD82-D58D-BAC9-4FC7756E8F1D}"/>
                </a:ext>
              </a:extLst>
            </p:cNvPr>
            <p:cNvSpPr/>
            <p:nvPr/>
          </p:nvSpPr>
          <p:spPr>
            <a:xfrm>
              <a:off x="674878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矩形 19">
              <a:extLst>
                <a:ext uri="{FF2B5EF4-FFF2-40B4-BE49-F238E27FC236}">
                  <a16:creationId xmlns:a16="http://schemas.microsoft.com/office/drawing/2014/main" id="{4B25004A-7296-902D-CB6B-EA7988EFB815}"/>
                </a:ext>
              </a:extLst>
            </p:cNvPr>
            <p:cNvSpPr/>
            <p:nvPr/>
          </p:nvSpPr>
          <p:spPr>
            <a:xfrm>
              <a:off x="692912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5BFCCD70-6FF0-5CDB-881E-2307E3C1594B}"/>
                </a:ext>
              </a:extLst>
            </p:cNvPr>
            <p:cNvSpPr/>
            <p:nvPr/>
          </p:nvSpPr>
          <p:spPr>
            <a:xfrm>
              <a:off x="710882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3" name="矩形 21">
              <a:extLst>
                <a:ext uri="{FF2B5EF4-FFF2-40B4-BE49-F238E27FC236}">
                  <a16:creationId xmlns:a16="http://schemas.microsoft.com/office/drawing/2014/main" id="{34CDB4FA-F7FD-9C96-E97E-6232B4A9EB07}"/>
                </a:ext>
              </a:extLst>
            </p:cNvPr>
            <p:cNvSpPr/>
            <p:nvPr/>
          </p:nvSpPr>
          <p:spPr>
            <a:xfrm>
              <a:off x="728916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4" name="矩形 22">
              <a:extLst>
                <a:ext uri="{FF2B5EF4-FFF2-40B4-BE49-F238E27FC236}">
                  <a16:creationId xmlns:a16="http://schemas.microsoft.com/office/drawing/2014/main" id="{E7EE42F9-3373-0219-B33B-92933451A4E8}"/>
                </a:ext>
              </a:extLst>
            </p:cNvPr>
            <p:cNvSpPr/>
            <p:nvPr/>
          </p:nvSpPr>
          <p:spPr>
            <a:xfrm>
              <a:off x="674878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23">
              <a:extLst>
                <a:ext uri="{FF2B5EF4-FFF2-40B4-BE49-F238E27FC236}">
                  <a16:creationId xmlns:a16="http://schemas.microsoft.com/office/drawing/2014/main" id="{41F4C9D3-3896-00C0-BA73-874844E0956C}"/>
                </a:ext>
              </a:extLst>
            </p:cNvPr>
            <p:cNvSpPr/>
            <p:nvPr/>
          </p:nvSpPr>
          <p:spPr>
            <a:xfrm>
              <a:off x="692912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24">
              <a:extLst>
                <a:ext uri="{FF2B5EF4-FFF2-40B4-BE49-F238E27FC236}">
                  <a16:creationId xmlns:a16="http://schemas.microsoft.com/office/drawing/2014/main" id="{AD65B906-AD4C-EA6A-9F81-DC7C8E2F3DA6}"/>
                </a:ext>
              </a:extLst>
            </p:cNvPr>
            <p:cNvSpPr/>
            <p:nvPr/>
          </p:nvSpPr>
          <p:spPr>
            <a:xfrm>
              <a:off x="710882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7" name="矩形 25">
              <a:extLst>
                <a:ext uri="{FF2B5EF4-FFF2-40B4-BE49-F238E27FC236}">
                  <a16:creationId xmlns:a16="http://schemas.microsoft.com/office/drawing/2014/main" id="{DD89F221-6AE8-3D8B-9D65-E6E3C481E875}"/>
                </a:ext>
              </a:extLst>
            </p:cNvPr>
            <p:cNvSpPr/>
            <p:nvPr/>
          </p:nvSpPr>
          <p:spPr>
            <a:xfrm>
              <a:off x="728916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8" name="矩形 26">
              <a:extLst>
                <a:ext uri="{FF2B5EF4-FFF2-40B4-BE49-F238E27FC236}">
                  <a16:creationId xmlns:a16="http://schemas.microsoft.com/office/drawing/2014/main" id="{B148F307-5340-031E-7768-563D97FBDB4C}"/>
                </a:ext>
              </a:extLst>
            </p:cNvPr>
            <p:cNvSpPr/>
            <p:nvPr/>
          </p:nvSpPr>
          <p:spPr>
            <a:xfrm>
              <a:off x="6748780" y="4126230"/>
              <a:ext cx="180340" cy="18034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27">
              <a:extLst>
                <a:ext uri="{FF2B5EF4-FFF2-40B4-BE49-F238E27FC236}">
                  <a16:creationId xmlns:a16="http://schemas.microsoft.com/office/drawing/2014/main" id="{6B3BB57A-2952-078D-0E9C-E91AF6F1E7FD}"/>
                </a:ext>
              </a:extLst>
            </p:cNvPr>
            <p:cNvSpPr/>
            <p:nvPr/>
          </p:nvSpPr>
          <p:spPr>
            <a:xfrm>
              <a:off x="6929120" y="412686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" name="矩形 28">
              <a:extLst>
                <a:ext uri="{FF2B5EF4-FFF2-40B4-BE49-F238E27FC236}">
                  <a16:creationId xmlns:a16="http://schemas.microsoft.com/office/drawing/2014/main" id="{DE9DFA93-52F4-5545-1823-6CDFEE2F6057}"/>
                </a:ext>
              </a:extLst>
            </p:cNvPr>
            <p:cNvSpPr/>
            <p:nvPr/>
          </p:nvSpPr>
          <p:spPr>
            <a:xfrm>
              <a:off x="710882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" name="矩形 29">
              <a:extLst>
                <a:ext uri="{FF2B5EF4-FFF2-40B4-BE49-F238E27FC236}">
                  <a16:creationId xmlns:a16="http://schemas.microsoft.com/office/drawing/2014/main" id="{EDE954F2-FD36-2B74-777C-5496195FA9E8}"/>
                </a:ext>
              </a:extLst>
            </p:cNvPr>
            <p:cNvSpPr/>
            <p:nvPr/>
          </p:nvSpPr>
          <p:spPr>
            <a:xfrm>
              <a:off x="728916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2" name="矩形 30">
              <a:extLst>
                <a:ext uri="{FF2B5EF4-FFF2-40B4-BE49-F238E27FC236}">
                  <a16:creationId xmlns:a16="http://schemas.microsoft.com/office/drawing/2014/main" id="{F1D3D1D2-AFD7-D46A-2888-FAE82DC78EFA}"/>
                </a:ext>
              </a:extLst>
            </p:cNvPr>
            <p:cNvSpPr/>
            <p:nvPr/>
          </p:nvSpPr>
          <p:spPr>
            <a:xfrm>
              <a:off x="674878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3" name="矩形 31">
              <a:extLst>
                <a:ext uri="{FF2B5EF4-FFF2-40B4-BE49-F238E27FC236}">
                  <a16:creationId xmlns:a16="http://schemas.microsoft.com/office/drawing/2014/main" id="{DF7A2CE4-66CA-E09C-649D-2B9699B0DDAF}"/>
                </a:ext>
              </a:extLst>
            </p:cNvPr>
            <p:cNvSpPr/>
            <p:nvPr/>
          </p:nvSpPr>
          <p:spPr>
            <a:xfrm>
              <a:off x="6927850" y="430593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4" name="矩形 32">
              <a:extLst>
                <a:ext uri="{FF2B5EF4-FFF2-40B4-BE49-F238E27FC236}">
                  <a16:creationId xmlns:a16="http://schemas.microsoft.com/office/drawing/2014/main" id="{FB17A2B5-2C3C-BD64-70D8-0B701643B076}"/>
                </a:ext>
              </a:extLst>
            </p:cNvPr>
            <p:cNvSpPr/>
            <p:nvPr/>
          </p:nvSpPr>
          <p:spPr>
            <a:xfrm>
              <a:off x="710882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5" name="矩形 33">
              <a:extLst>
                <a:ext uri="{FF2B5EF4-FFF2-40B4-BE49-F238E27FC236}">
                  <a16:creationId xmlns:a16="http://schemas.microsoft.com/office/drawing/2014/main" id="{CCEACE7C-55B2-7C78-EE71-E2C8A32FD3A8}"/>
                </a:ext>
              </a:extLst>
            </p:cNvPr>
            <p:cNvSpPr/>
            <p:nvPr/>
          </p:nvSpPr>
          <p:spPr>
            <a:xfrm>
              <a:off x="728916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矩形 34">
              <a:extLst>
                <a:ext uri="{FF2B5EF4-FFF2-40B4-BE49-F238E27FC236}">
                  <a16:creationId xmlns:a16="http://schemas.microsoft.com/office/drawing/2014/main" id="{C5732AFD-E002-A80B-F3BA-95274E85C983}"/>
                </a:ext>
              </a:extLst>
            </p:cNvPr>
            <p:cNvSpPr/>
            <p:nvPr/>
          </p:nvSpPr>
          <p:spPr>
            <a:xfrm>
              <a:off x="602869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矩形 35">
              <a:extLst>
                <a:ext uri="{FF2B5EF4-FFF2-40B4-BE49-F238E27FC236}">
                  <a16:creationId xmlns:a16="http://schemas.microsoft.com/office/drawing/2014/main" id="{86D965D4-F7FC-0C89-7621-BEB71A5E6A22}"/>
                </a:ext>
              </a:extLst>
            </p:cNvPr>
            <p:cNvSpPr/>
            <p:nvPr/>
          </p:nvSpPr>
          <p:spPr>
            <a:xfrm>
              <a:off x="620903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矩形 36">
              <a:extLst>
                <a:ext uri="{FF2B5EF4-FFF2-40B4-BE49-F238E27FC236}">
                  <a16:creationId xmlns:a16="http://schemas.microsoft.com/office/drawing/2014/main" id="{165140C3-EC22-29D7-ADE6-5C6243552E89}"/>
                </a:ext>
              </a:extLst>
            </p:cNvPr>
            <p:cNvSpPr/>
            <p:nvPr/>
          </p:nvSpPr>
          <p:spPr>
            <a:xfrm>
              <a:off x="638873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矩形 37">
              <a:extLst>
                <a:ext uri="{FF2B5EF4-FFF2-40B4-BE49-F238E27FC236}">
                  <a16:creationId xmlns:a16="http://schemas.microsoft.com/office/drawing/2014/main" id="{B65FE610-352C-CD01-6D18-3C9C5638DB14}"/>
                </a:ext>
              </a:extLst>
            </p:cNvPr>
            <p:cNvSpPr/>
            <p:nvPr/>
          </p:nvSpPr>
          <p:spPr>
            <a:xfrm>
              <a:off x="656907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矩形 38">
              <a:extLst>
                <a:ext uri="{FF2B5EF4-FFF2-40B4-BE49-F238E27FC236}">
                  <a16:creationId xmlns:a16="http://schemas.microsoft.com/office/drawing/2014/main" id="{7FBD8755-8189-3CF3-3124-271FC1C0FB44}"/>
                </a:ext>
              </a:extLst>
            </p:cNvPr>
            <p:cNvSpPr/>
            <p:nvPr/>
          </p:nvSpPr>
          <p:spPr>
            <a:xfrm>
              <a:off x="602869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" name="矩形 39">
              <a:extLst>
                <a:ext uri="{FF2B5EF4-FFF2-40B4-BE49-F238E27FC236}">
                  <a16:creationId xmlns:a16="http://schemas.microsoft.com/office/drawing/2014/main" id="{A73145A9-70CD-5716-4D4C-0850C32CDF00}"/>
                </a:ext>
              </a:extLst>
            </p:cNvPr>
            <p:cNvSpPr/>
            <p:nvPr/>
          </p:nvSpPr>
          <p:spPr>
            <a:xfrm>
              <a:off x="620903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" name="矩形 40">
              <a:extLst>
                <a:ext uri="{FF2B5EF4-FFF2-40B4-BE49-F238E27FC236}">
                  <a16:creationId xmlns:a16="http://schemas.microsoft.com/office/drawing/2014/main" id="{AD1CB163-39FF-DCAF-9AF3-FABF13724187}"/>
                </a:ext>
              </a:extLst>
            </p:cNvPr>
            <p:cNvSpPr/>
            <p:nvPr/>
          </p:nvSpPr>
          <p:spPr>
            <a:xfrm>
              <a:off x="638873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3" name="矩形 41">
              <a:extLst>
                <a:ext uri="{FF2B5EF4-FFF2-40B4-BE49-F238E27FC236}">
                  <a16:creationId xmlns:a16="http://schemas.microsoft.com/office/drawing/2014/main" id="{D1A07207-A0D0-AB20-1817-ACE95F4F7AF7}"/>
                </a:ext>
              </a:extLst>
            </p:cNvPr>
            <p:cNvSpPr/>
            <p:nvPr/>
          </p:nvSpPr>
          <p:spPr>
            <a:xfrm>
              <a:off x="656907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4" name="矩形 42">
              <a:extLst>
                <a:ext uri="{FF2B5EF4-FFF2-40B4-BE49-F238E27FC236}">
                  <a16:creationId xmlns:a16="http://schemas.microsoft.com/office/drawing/2014/main" id="{89CE6671-281E-15BA-32C7-3FE05B06F85E}"/>
                </a:ext>
              </a:extLst>
            </p:cNvPr>
            <p:cNvSpPr/>
            <p:nvPr/>
          </p:nvSpPr>
          <p:spPr>
            <a:xfrm>
              <a:off x="602869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" name="矩形 43">
              <a:extLst>
                <a:ext uri="{FF2B5EF4-FFF2-40B4-BE49-F238E27FC236}">
                  <a16:creationId xmlns:a16="http://schemas.microsoft.com/office/drawing/2014/main" id="{180D934A-38DD-44C9-BB74-51D563D4B63D}"/>
                </a:ext>
              </a:extLst>
            </p:cNvPr>
            <p:cNvSpPr/>
            <p:nvPr/>
          </p:nvSpPr>
          <p:spPr>
            <a:xfrm>
              <a:off x="620903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" name="矩形 44">
              <a:extLst>
                <a:ext uri="{FF2B5EF4-FFF2-40B4-BE49-F238E27FC236}">
                  <a16:creationId xmlns:a16="http://schemas.microsoft.com/office/drawing/2014/main" id="{5A52789C-DA0D-A9B2-5FD8-A54C21236E4C}"/>
                </a:ext>
              </a:extLst>
            </p:cNvPr>
            <p:cNvSpPr/>
            <p:nvPr/>
          </p:nvSpPr>
          <p:spPr>
            <a:xfrm>
              <a:off x="638873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7" name="矩形 45">
              <a:extLst>
                <a:ext uri="{FF2B5EF4-FFF2-40B4-BE49-F238E27FC236}">
                  <a16:creationId xmlns:a16="http://schemas.microsoft.com/office/drawing/2014/main" id="{3218E29B-0049-CA2E-5CB9-D48F5B8FD34B}"/>
                </a:ext>
              </a:extLst>
            </p:cNvPr>
            <p:cNvSpPr/>
            <p:nvPr/>
          </p:nvSpPr>
          <p:spPr>
            <a:xfrm>
              <a:off x="656907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" name="矩形 46">
              <a:extLst>
                <a:ext uri="{FF2B5EF4-FFF2-40B4-BE49-F238E27FC236}">
                  <a16:creationId xmlns:a16="http://schemas.microsoft.com/office/drawing/2014/main" id="{FE70B655-BCFC-E8ED-020A-081CDF6E74E4}"/>
                </a:ext>
              </a:extLst>
            </p:cNvPr>
            <p:cNvSpPr/>
            <p:nvPr/>
          </p:nvSpPr>
          <p:spPr>
            <a:xfrm>
              <a:off x="602869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" name="矩形 47">
              <a:extLst>
                <a:ext uri="{FF2B5EF4-FFF2-40B4-BE49-F238E27FC236}">
                  <a16:creationId xmlns:a16="http://schemas.microsoft.com/office/drawing/2014/main" id="{D6A45A55-E11B-E6AF-75B7-012F3523D1FB}"/>
                </a:ext>
              </a:extLst>
            </p:cNvPr>
            <p:cNvSpPr/>
            <p:nvPr/>
          </p:nvSpPr>
          <p:spPr>
            <a:xfrm>
              <a:off x="620903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0" name="矩形 48">
              <a:extLst>
                <a:ext uri="{FF2B5EF4-FFF2-40B4-BE49-F238E27FC236}">
                  <a16:creationId xmlns:a16="http://schemas.microsoft.com/office/drawing/2014/main" id="{09CC736A-679C-F9AE-927C-DF2E44D63C05}"/>
                </a:ext>
              </a:extLst>
            </p:cNvPr>
            <p:cNvSpPr/>
            <p:nvPr/>
          </p:nvSpPr>
          <p:spPr>
            <a:xfrm>
              <a:off x="638873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1" name="矩形 49">
              <a:extLst>
                <a:ext uri="{FF2B5EF4-FFF2-40B4-BE49-F238E27FC236}">
                  <a16:creationId xmlns:a16="http://schemas.microsoft.com/office/drawing/2014/main" id="{1AEA1CB4-FDE6-04D8-24A9-3201FF34953C}"/>
                </a:ext>
              </a:extLst>
            </p:cNvPr>
            <p:cNvSpPr/>
            <p:nvPr/>
          </p:nvSpPr>
          <p:spPr>
            <a:xfrm>
              <a:off x="656907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2" name="矩形 50">
              <a:extLst>
                <a:ext uri="{FF2B5EF4-FFF2-40B4-BE49-F238E27FC236}">
                  <a16:creationId xmlns:a16="http://schemas.microsoft.com/office/drawing/2014/main" id="{8ED223FA-E326-0D7D-DD67-828E893DA926}"/>
                </a:ext>
              </a:extLst>
            </p:cNvPr>
            <p:cNvSpPr/>
            <p:nvPr/>
          </p:nvSpPr>
          <p:spPr>
            <a:xfrm>
              <a:off x="674878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3" name="矩形 51">
              <a:extLst>
                <a:ext uri="{FF2B5EF4-FFF2-40B4-BE49-F238E27FC236}">
                  <a16:creationId xmlns:a16="http://schemas.microsoft.com/office/drawing/2014/main" id="{8BBAA98E-6501-6546-207D-D1B4123B3A28}"/>
                </a:ext>
              </a:extLst>
            </p:cNvPr>
            <p:cNvSpPr/>
            <p:nvPr/>
          </p:nvSpPr>
          <p:spPr>
            <a:xfrm>
              <a:off x="692912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4" name="矩形 52">
              <a:extLst>
                <a:ext uri="{FF2B5EF4-FFF2-40B4-BE49-F238E27FC236}">
                  <a16:creationId xmlns:a16="http://schemas.microsoft.com/office/drawing/2014/main" id="{C61D6559-2273-279D-25A2-A77A94A22C12}"/>
                </a:ext>
              </a:extLst>
            </p:cNvPr>
            <p:cNvSpPr/>
            <p:nvPr/>
          </p:nvSpPr>
          <p:spPr>
            <a:xfrm>
              <a:off x="710882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5" name="矩形 53">
              <a:extLst>
                <a:ext uri="{FF2B5EF4-FFF2-40B4-BE49-F238E27FC236}">
                  <a16:creationId xmlns:a16="http://schemas.microsoft.com/office/drawing/2014/main" id="{BF4F695F-E4B5-41A2-DCBC-CF163F69417B}"/>
                </a:ext>
              </a:extLst>
            </p:cNvPr>
            <p:cNvSpPr/>
            <p:nvPr/>
          </p:nvSpPr>
          <p:spPr>
            <a:xfrm>
              <a:off x="728916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54">
              <a:extLst>
                <a:ext uri="{FF2B5EF4-FFF2-40B4-BE49-F238E27FC236}">
                  <a16:creationId xmlns:a16="http://schemas.microsoft.com/office/drawing/2014/main" id="{6AEFE7A1-7930-B1C0-590C-8995B6A1EC6C}"/>
                </a:ext>
              </a:extLst>
            </p:cNvPr>
            <p:cNvSpPr/>
            <p:nvPr/>
          </p:nvSpPr>
          <p:spPr>
            <a:xfrm>
              <a:off x="674878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矩形 55">
              <a:extLst>
                <a:ext uri="{FF2B5EF4-FFF2-40B4-BE49-F238E27FC236}">
                  <a16:creationId xmlns:a16="http://schemas.microsoft.com/office/drawing/2014/main" id="{99F8061E-3AAF-5AA3-D7BB-A958F339897D}"/>
                </a:ext>
              </a:extLst>
            </p:cNvPr>
            <p:cNvSpPr/>
            <p:nvPr/>
          </p:nvSpPr>
          <p:spPr>
            <a:xfrm>
              <a:off x="692912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" name="矩形 56">
              <a:extLst>
                <a:ext uri="{FF2B5EF4-FFF2-40B4-BE49-F238E27FC236}">
                  <a16:creationId xmlns:a16="http://schemas.microsoft.com/office/drawing/2014/main" id="{C49E10FA-D844-7FB5-8964-C1DACFBB8AB8}"/>
                </a:ext>
              </a:extLst>
            </p:cNvPr>
            <p:cNvSpPr/>
            <p:nvPr/>
          </p:nvSpPr>
          <p:spPr>
            <a:xfrm>
              <a:off x="710882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9" name="矩形 57">
              <a:extLst>
                <a:ext uri="{FF2B5EF4-FFF2-40B4-BE49-F238E27FC236}">
                  <a16:creationId xmlns:a16="http://schemas.microsoft.com/office/drawing/2014/main" id="{8B472BE5-884C-8689-0D8F-EE29E54CF23F}"/>
                </a:ext>
              </a:extLst>
            </p:cNvPr>
            <p:cNvSpPr/>
            <p:nvPr/>
          </p:nvSpPr>
          <p:spPr>
            <a:xfrm>
              <a:off x="728916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0" name="矩形 58">
              <a:extLst>
                <a:ext uri="{FF2B5EF4-FFF2-40B4-BE49-F238E27FC236}">
                  <a16:creationId xmlns:a16="http://schemas.microsoft.com/office/drawing/2014/main" id="{E0A7C91D-BD41-EBB8-ED9A-E503C652489C}"/>
                </a:ext>
              </a:extLst>
            </p:cNvPr>
            <p:cNvSpPr/>
            <p:nvPr/>
          </p:nvSpPr>
          <p:spPr>
            <a:xfrm>
              <a:off x="674878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1" name="矩形 59">
              <a:extLst>
                <a:ext uri="{FF2B5EF4-FFF2-40B4-BE49-F238E27FC236}">
                  <a16:creationId xmlns:a16="http://schemas.microsoft.com/office/drawing/2014/main" id="{CFA5677C-230B-2A34-E989-D51ED775CFB1}"/>
                </a:ext>
              </a:extLst>
            </p:cNvPr>
            <p:cNvSpPr/>
            <p:nvPr/>
          </p:nvSpPr>
          <p:spPr>
            <a:xfrm>
              <a:off x="692912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2" name="矩形 60">
              <a:extLst>
                <a:ext uri="{FF2B5EF4-FFF2-40B4-BE49-F238E27FC236}">
                  <a16:creationId xmlns:a16="http://schemas.microsoft.com/office/drawing/2014/main" id="{66EEB65C-F1F5-4B31-A25D-9FD9A9F4A17F}"/>
                </a:ext>
              </a:extLst>
            </p:cNvPr>
            <p:cNvSpPr/>
            <p:nvPr/>
          </p:nvSpPr>
          <p:spPr>
            <a:xfrm>
              <a:off x="710882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3" name="矩形 61">
              <a:extLst>
                <a:ext uri="{FF2B5EF4-FFF2-40B4-BE49-F238E27FC236}">
                  <a16:creationId xmlns:a16="http://schemas.microsoft.com/office/drawing/2014/main" id="{33793782-BB3D-ADBB-F68C-526A7DF095C7}"/>
                </a:ext>
              </a:extLst>
            </p:cNvPr>
            <p:cNvSpPr/>
            <p:nvPr/>
          </p:nvSpPr>
          <p:spPr>
            <a:xfrm>
              <a:off x="728916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矩形 62">
              <a:extLst>
                <a:ext uri="{FF2B5EF4-FFF2-40B4-BE49-F238E27FC236}">
                  <a16:creationId xmlns:a16="http://schemas.microsoft.com/office/drawing/2014/main" id="{B6CD3F9A-00B7-A89D-A17B-04E02A19225A}"/>
                </a:ext>
              </a:extLst>
            </p:cNvPr>
            <p:cNvSpPr/>
            <p:nvPr/>
          </p:nvSpPr>
          <p:spPr>
            <a:xfrm>
              <a:off x="674878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5" name="矩形 63">
              <a:extLst>
                <a:ext uri="{FF2B5EF4-FFF2-40B4-BE49-F238E27FC236}">
                  <a16:creationId xmlns:a16="http://schemas.microsoft.com/office/drawing/2014/main" id="{634A2E53-133A-5605-BEE1-DD5CE6B6CD08}"/>
                </a:ext>
              </a:extLst>
            </p:cNvPr>
            <p:cNvSpPr/>
            <p:nvPr/>
          </p:nvSpPr>
          <p:spPr>
            <a:xfrm>
              <a:off x="692912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6" name="矩形 64">
              <a:extLst>
                <a:ext uri="{FF2B5EF4-FFF2-40B4-BE49-F238E27FC236}">
                  <a16:creationId xmlns:a16="http://schemas.microsoft.com/office/drawing/2014/main" id="{9349DACE-02BB-B37E-DF52-71044D7C9891}"/>
                </a:ext>
              </a:extLst>
            </p:cNvPr>
            <p:cNvSpPr/>
            <p:nvPr/>
          </p:nvSpPr>
          <p:spPr>
            <a:xfrm>
              <a:off x="710882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7" name="矩形 65">
              <a:extLst>
                <a:ext uri="{FF2B5EF4-FFF2-40B4-BE49-F238E27FC236}">
                  <a16:creationId xmlns:a16="http://schemas.microsoft.com/office/drawing/2014/main" id="{72B0CB36-27B4-69E3-3D0E-1F5B6E739D37}"/>
                </a:ext>
              </a:extLst>
            </p:cNvPr>
            <p:cNvSpPr/>
            <p:nvPr/>
          </p:nvSpPr>
          <p:spPr>
            <a:xfrm>
              <a:off x="728916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8" name="矩形 66">
              <a:extLst>
                <a:ext uri="{FF2B5EF4-FFF2-40B4-BE49-F238E27FC236}">
                  <a16:creationId xmlns:a16="http://schemas.microsoft.com/office/drawing/2014/main" id="{4E99CE31-EDFD-1F9E-F706-1B031B0C7480}"/>
                </a:ext>
              </a:extLst>
            </p:cNvPr>
            <p:cNvSpPr/>
            <p:nvPr/>
          </p:nvSpPr>
          <p:spPr>
            <a:xfrm>
              <a:off x="602869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79" name="组合 67">
              <a:extLst>
                <a:ext uri="{FF2B5EF4-FFF2-40B4-BE49-F238E27FC236}">
                  <a16:creationId xmlns:a16="http://schemas.microsoft.com/office/drawing/2014/main" id="{9FE49AF6-0E2A-F486-4173-D9897725E469}"/>
                </a:ext>
              </a:extLst>
            </p:cNvPr>
            <p:cNvGrpSpPr/>
            <p:nvPr/>
          </p:nvGrpSpPr>
          <p:grpSpPr>
            <a:xfrm>
              <a:off x="5874385" y="3613150"/>
              <a:ext cx="306070" cy="306070"/>
              <a:chOff x="4435540" y="372119"/>
              <a:chExt cx="306000" cy="306000"/>
            </a:xfrm>
          </p:grpSpPr>
          <p:sp>
            <p:nvSpPr>
              <p:cNvPr id="80" name="椭圆 68">
                <a:extLst>
                  <a:ext uri="{FF2B5EF4-FFF2-40B4-BE49-F238E27FC236}">
                    <a16:creationId xmlns:a16="http://schemas.microsoft.com/office/drawing/2014/main" id="{C51ED67B-B1C6-DA67-B688-37510E2B25DB}"/>
                  </a:ext>
                </a:extLst>
              </p:cNvPr>
              <p:cNvSpPr/>
              <p:nvPr/>
            </p:nvSpPr>
            <p:spPr>
              <a:xfrm>
                <a:off x="4435540" y="372119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69">
                    <a:extLst>
                      <a:ext uri="{FF2B5EF4-FFF2-40B4-BE49-F238E27FC236}">
                        <a16:creationId xmlns:a16="http://schemas.microsoft.com/office/drawing/2014/main" id="{FC6488F8-CC6D-50AE-0927-774067D0EC54}"/>
                      </a:ext>
                    </a:extLst>
                  </p:cNvPr>
                  <p:cNvSpPr txBox="1"/>
                  <p:nvPr/>
                </p:nvSpPr>
                <p:spPr>
                  <a:xfrm>
                    <a:off x="4506049" y="417397"/>
                    <a:ext cx="1649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82" name="矩形 70">
              <a:extLst>
                <a:ext uri="{FF2B5EF4-FFF2-40B4-BE49-F238E27FC236}">
                  <a16:creationId xmlns:a16="http://schemas.microsoft.com/office/drawing/2014/main" id="{9CAD1F98-5989-5A69-0CAD-F6E5B0B7D003}"/>
                </a:ext>
              </a:extLst>
            </p:cNvPr>
            <p:cNvSpPr/>
            <p:nvPr/>
          </p:nvSpPr>
          <p:spPr>
            <a:xfrm>
              <a:off x="422783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矩形 71">
              <a:extLst>
                <a:ext uri="{FF2B5EF4-FFF2-40B4-BE49-F238E27FC236}">
                  <a16:creationId xmlns:a16="http://schemas.microsoft.com/office/drawing/2014/main" id="{D9F7C6E0-B11B-DB85-BC04-D3926DF95CC8}"/>
                </a:ext>
              </a:extLst>
            </p:cNvPr>
            <p:cNvSpPr/>
            <p:nvPr/>
          </p:nvSpPr>
          <p:spPr>
            <a:xfrm>
              <a:off x="440817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4" name="矩形 72">
              <a:extLst>
                <a:ext uri="{FF2B5EF4-FFF2-40B4-BE49-F238E27FC236}">
                  <a16:creationId xmlns:a16="http://schemas.microsoft.com/office/drawing/2014/main" id="{8AD163C2-E994-BF28-EC6F-C9E1920D3277}"/>
                </a:ext>
              </a:extLst>
            </p:cNvPr>
            <p:cNvSpPr/>
            <p:nvPr/>
          </p:nvSpPr>
          <p:spPr>
            <a:xfrm>
              <a:off x="458787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5" name="矩形 73">
              <a:extLst>
                <a:ext uri="{FF2B5EF4-FFF2-40B4-BE49-F238E27FC236}">
                  <a16:creationId xmlns:a16="http://schemas.microsoft.com/office/drawing/2014/main" id="{EE034F7C-C89F-4BD9-A115-97D6392B4D02}"/>
                </a:ext>
              </a:extLst>
            </p:cNvPr>
            <p:cNvSpPr/>
            <p:nvPr/>
          </p:nvSpPr>
          <p:spPr>
            <a:xfrm>
              <a:off x="476821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6" name="矩形 74">
              <a:extLst>
                <a:ext uri="{FF2B5EF4-FFF2-40B4-BE49-F238E27FC236}">
                  <a16:creationId xmlns:a16="http://schemas.microsoft.com/office/drawing/2014/main" id="{7D328029-CA75-FD07-3523-000EB17D0592}"/>
                </a:ext>
              </a:extLst>
            </p:cNvPr>
            <p:cNvSpPr/>
            <p:nvPr/>
          </p:nvSpPr>
          <p:spPr>
            <a:xfrm>
              <a:off x="422783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7" name="矩形 75">
              <a:extLst>
                <a:ext uri="{FF2B5EF4-FFF2-40B4-BE49-F238E27FC236}">
                  <a16:creationId xmlns:a16="http://schemas.microsoft.com/office/drawing/2014/main" id="{C4D18EC3-47C8-989F-FDA2-B029496850C7}"/>
                </a:ext>
              </a:extLst>
            </p:cNvPr>
            <p:cNvSpPr/>
            <p:nvPr/>
          </p:nvSpPr>
          <p:spPr>
            <a:xfrm>
              <a:off x="440817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8" name="矩形 76">
              <a:extLst>
                <a:ext uri="{FF2B5EF4-FFF2-40B4-BE49-F238E27FC236}">
                  <a16:creationId xmlns:a16="http://schemas.microsoft.com/office/drawing/2014/main" id="{0D9F3D25-B062-D136-6FBD-BE45083188EF}"/>
                </a:ext>
              </a:extLst>
            </p:cNvPr>
            <p:cNvSpPr/>
            <p:nvPr/>
          </p:nvSpPr>
          <p:spPr>
            <a:xfrm>
              <a:off x="458787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9" name="矩形 77">
              <a:extLst>
                <a:ext uri="{FF2B5EF4-FFF2-40B4-BE49-F238E27FC236}">
                  <a16:creationId xmlns:a16="http://schemas.microsoft.com/office/drawing/2014/main" id="{7F74E85F-78F5-285C-565F-5A6A7CF16558}"/>
                </a:ext>
              </a:extLst>
            </p:cNvPr>
            <p:cNvSpPr/>
            <p:nvPr/>
          </p:nvSpPr>
          <p:spPr>
            <a:xfrm>
              <a:off x="476821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0" name="矩形 78">
              <a:extLst>
                <a:ext uri="{FF2B5EF4-FFF2-40B4-BE49-F238E27FC236}">
                  <a16:creationId xmlns:a16="http://schemas.microsoft.com/office/drawing/2014/main" id="{2FB6F15F-B2D3-2A94-01D5-9933C02951CF}"/>
                </a:ext>
              </a:extLst>
            </p:cNvPr>
            <p:cNvSpPr/>
            <p:nvPr/>
          </p:nvSpPr>
          <p:spPr>
            <a:xfrm>
              <a:off x="422783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1" name="矩形 79">
              <a:extLst>
                <a:ext uri="{FF2B5EF4-FFF2-40B4-BE49-F238E27FC236}">
                  <a16:creationId xmlns:a16="http://schemas.microsoft.com/office/drawing/2014/main" id="{4C951A37-CC2C-5766-8992-E9B513A4F915}"/>
                </a:ext>
              </a:extLst>
            </p:cNvPr>
            <p:cNvSpPr/>
            <p:nvPr/>
          </p:nvSpPr>
          <p:spPr>
            <a:xfrm>
              <a:off x="440817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2" name="矩形 80">
              <a:extLst>
                <a:ext uri="{FF2B5EF4-FFF2-40B4-BE49-F238E27FC236}">
                  <a16:creationId xmlns:a16="http://schemas.microsoft.com/office/drawing/2014/main" id="{58AACA42-4482-AD69-9B91-85886214881A}"/>
                </a:ext>
              </a:extLst>
            </p:cNvPr>
            <p:cNvSpPr/>
            <p:nvPr/>
          </p:nvSpPr>
          <p:spPr>
            <a:xfrm>
              <a:off x="458787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3" name="矩形 81">
              <a:extLst>
                <a:ext uri="{FF2B5EF4-FFF2-40B4-BE49-F238E27FC236}">
                  <a16:creationId xmlns:a16="http://schemas.microsoft.com/office/drawing/2014/main" id="{B27ABB3D-C0C2-9073-D6F8-A4F4677F21DC}"/>
                </a:ext>
              </a:extLst>
            </p:cNvPr>
            <p:cNvSpPr/>
            <p:nvPr/>
          </p:nvSpPr>
          <p:spPr>
            <a:xfrm>
              <a:off x="476821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4" name="矩形 82">
              <a:extLst>
                <a:ext uri="{FF2B5EF4-FFF2-40B4-BE49-F238E27FC236}">
                  <a16:creationId xmlns:a16="http://schemas.microsoft.com/office/drawing/2014/main" id="{CC4E6FC3-D23F-AF1E-9A2D-A566D5ABA851}"/>
                </a:ext>
              </a:extLst>
            </p:cNvPr>
            <p:cNvSpPr/>
            <p:nvPr/>
          </p:nvSpPr>
          <p:spPr>
            <a:xfrm>
              <a:off x="422783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5" name="矩形 83">
              <a:extLst>
                <a:ext uri="{FF2B5EF4-FFF2-40B4-BE49-F238E27FC236}">
                  <a16:creationId xmlns:a16="http://schemas.microsoft.com/office/drawing/2014/main" id="{4E75A109-8191-122B-59BA-4FE19CE3D28A}"/>
                </a:ext>
              </a:extLst>
            </p:cNvPr>
            <p:cNvSpPr/>
            <p:nvPr/>
          </p:nvSpPr>
          <p:spPr>
            <a:xfrm>
              <a:off x="440817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6" name="矩形 84">
              <a:extLst>
                <a:ext uri="{FF2B5EF4-FFF2-40B4-BE49-F238E27FC236}">
                  <a16:creationId xmlns:a16="http://schemas.microsoft.com/office/drawing/2014/main" id="{EEA83DB2-65D0-0F96-95B7-C2E0987262DF}"/>
                </a:ext>
              </a:extLst>
            </p:cNvPr>
            <p:cNvSpPr/>
            <p:nvPr/>
          </p:nvSpPr>
          <p:spPr>
            <a:xfrm>
              <a:off x="458787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7" name="矩形 85">
              <a:extLst>
                <a:ext uri="{FF2B5EF4-FFF2-40B4-BE49-F238E27FC236}">
                  <a16:creationId xmlns:a16="http://schemas.microsoft.com/office/drawing/2014/main" id="{87E06C2A-0286-D878-93E3-6B4FE7748DE0}"/>
                </a:ext>
              </a:extLst>
            </p:cNvPr>
            <p:cNvSpPr/>
            <p:nvPr/>
          </p:nvSpPr>
          <p:spPr>
            <a:xfrm>
              <a:off x="476821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8" name="矩形 86">
              <a:extLst>
                <a:ext uri="{FF2B5EF4-FFF2-40B4-BE49-F238E27FC236}">
                  <a16:creationId xmlns:a16="http://schemas.microsoft.com/office/drawing/2014/main" id="{FB717A8B-1645-BDF6-14B7-62BEAC11CED7}"/>
                </a:ext>
              </a:extLst>
            </p:cNvPr>
            <p:cNvSpPr/>
            <p:nvPr/>
          </p:nvSpPr>
          <p:spPr>
            <a:xfrm>
              <a:off x="494792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9" name="矩形 87">
              <a:extLst>
                <a:ext uri="{FF2B5EF4-FFF2-40B4-BE49-F238E27FC236}">
                  <a16:creationId xmlns:a16="http://schemas.microsoft.com/office/drawing/2014/main" id="{455E09FB-B226-7FDE-B6BD-228D6F8017BE}"/>
                </a:ext>
              </a:extLst>
            </p:cNvPr>
            <p:cNvSpPr/>
            <p:nvPr/>
          </p:nvSpPr>
          <p:spPr>
            <a:xfrm>
              <a:off x="512826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0" name="矩形 88">
              <a:extLst>
                <a:ext uri="{FF2B5EF4-FFF2-40B4-BE49-F238E27FC236}">
                  <a16:creationId xmlns:a16="http://schemas.microsoft.com/office/drawing/2014/main" id="{35E4A704-2E0B-7239-6904-6425F796DDB2}"/>
                </a:ext>
              </a:extLst>
            </p:cNvPr>
            <p:cNvSpPr/>
            <p:nvPr/>
          </p:nvSpPr>
          <p:spPr>
            <a:xfrm>
              <a:off x="530796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1" name="矩形 89">
              <a:extLst>
                <a:ext uri="{FF2B5EF4-FFF2-40B4-BE49-F238E27FC236}">
                  <a16:creationId xmlns:a16="http://schemas.microsoft.com/office/drawing/2014/main" id="{89D024BD-A018-EF6F-9ED4-EC7926F22B84}"/>
                </a:ext>
              </a:extLst>
            </p:cNvPr>
            <p:cNvSpPr/>
            <p:nvPr/>
          </p:nvSpPr>
          <p:spPr>
            <a:xfrm>
              <a:off x="548830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2" name="矩形 90">
              <a:extLst>
                <a:ext uri="{FF2B5EF4-FFF2-40B4-BE49-F238E27FC236}">
                  <a16:creationId xmlns:a16="http://schemas.microsoft.com/office/drawing/2014/main" id="{F71996C3-1647-421E-B0FA-7D2943667354}"/>
                </a:ext>
              </a:extLst>
            </p:cNvPr>
            <p:cNvSpPr/>
            <p:nvPr/>
          </p:nvSpPr>
          <p:spPr>
            <a:xfrm>
              <a:off x="494792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矩形 91">
              <a:extLst>
                <a:ext uri="{FF2B5EF4-FFF2-40B4-BE49-F238E27FC236}">
                  <a16:creationId xmlns:a16="http://schemas.microsoft.com/office/drawing/2014/main" id="{BD007450-2A6C-3EBE-D046-93349E9C2E6D}"/>
                </a:ext>
              </a:extLst>
            </p:cNvPr>
            <p:cNvSpPr/>
            <p:nvPr/>
          </p:nvSpPr>
          <p:spPr>
            <a:xfrm>
              <a:off x="512826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4" name="矩形 92">
              <a:extLst>
                <a:ext uri="{FF2B5EF4-FFF2-40B4-BE49-F238E27FC236}">
                  <a16:creationId xmlns:a16="http://schemas.microsoft.com/office/drawing/2014/main" id="{3F6C2755-E6B5-E9A0-0EF6-28ACBD8A2E0D}"/>
                </a:ext>
              </a:extLst>
            </p:cNvPr>
            <p:cNvSpPr/>
            <p:nvPr/>
          </p:nvSpPr>
          <p:spPr>
            <a:xfrm>
              <a:off x="530796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5" name="矩形 93">
              <a:extLst>
                <a:ext uri="{FF2B5EF4-FFF2-40B4-BE49-F238E27FC236}">
                  <a16:creationId xmlns:a16="http://schemas.microsoft.com/office/drawing/2014/main" id="{0D5529A9-0DB0-9FCE-AE3C-59CB60328585}"/>
                </a:ext>
              </a:extLst>
            </p:cNvPr>
            <p:cNvSpPr/>
            <p:nvPr/>
          </p:nvSpPr>
          <p:spPr>
            <a:xfrm>
              <a:off x="548830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矩形 94">
              <a:extLst>
                <a:ext uri="{FF2B5EF4-FFF2-40B4-BE49-F238E27FC236}">
                  <a16:creationId xmlns:a16="http://schemas.microsoft.com/office/drawing/2014/main" id="{B86C0302-4EBF-C24D-A8DC-B57ECD7AE0AF}"/>
                </a:ext>
              </a:extLst>
            </p:cNvPr>
            <p:cNvSpPr/>
            <p:nvPr/>
          </p:nvSpPr>
          <p:spPr>
            <a:xfrm>
              <a:off x="494792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7" name="矩形 95">
              <a:extLst>
                <a:ext uri="{FF2B5EF4-FFF2-40B4-BE49-F238E27FC236}">
                  <a16:creationId xmlns:a16="http://schemas.microsoft.com/office/drawing/2014/main" id="{F3759000-2AD5-B041-3118-11A87BB8F4F9}"/>
                </a:ext>
              </a:extLst>
            </p:cNvPr>
            <p:cNvSpPr/>
            <p:nvPr/>
          </p:nvSpPr>
          <p:spPr>
            <a:xfrm>
              <a:off x="512826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矩形 96">
              <a:extLst>
                <a:ext uri="{FF2B5EF4-FFF2-40B4-BE49-F238E27FC236}">
                  <a16:creationId xmlns:a16="http://schemas.microsoft.com/office/drawing/2014/main" id="{C3D3D630-E4CA-ED1A-7986-B69AD7E2491D}"/>
                </a:ext>
              </a:extLst>
            </p:cNvPr>
            <p:cNvSpPr/>
            <p:nvPr/>
          </p:nvSpPr>
          <p:spPr>
            <a:xfrm>
              <a:off x="530796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矩形 97">
              <a:extLst>
                <a:ext uri="{FF2B5EF4-FFF2-40B4-BE49-F238E27FC236}">
                  <a16:creationId xmlns:a16="http://schemas.microsoft.com/office/drawing/2014/main" id="{D1D37DAE-5AFE-F628-3BBF-9FC7F056629B}"/>
                </a:ext>
              </a:extLst>
            </p:cNvPr>
            <p:cNvSpPr/>
            <p:nvPr/>
          </p:nvSpPr>
          <p:spPr>
            <a:xfrm>
              <a:off x="548830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98">
              <a:extLst>
                <a:ext uri="{FF2B5EF4-FFF2-40B4-BE49-F238E27FC236}">
                  <a16:creationId xmlns:a16="http://schemas.microsoft.com/office/drawing/2014/main" id="{8AC812E9-3C51-696D-CF97-2E57C4C17E66}"/>
                </a:ext>
              </a:extLst>
            </p:cNvPr>
            <p:cNvSpPr/>
            <p:nvPr/>
          </p:nvSpPr>
          <p:spPr>
            <a:xfrm>
              <a:off x="494792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1" name="矩形 99">
              <a:extLst>
                <a:ext uri="{FF2B5EF4-FFF2-40B4-BE49-F238E27FC236}">
                  <a16:creationId xmlns:a16="http://schemas.microsoft.com/office/drawing/2014/main" id="{22435DC1-37AC-31C1-28D1-A8B674242BB1}"/>
                </a:ext>
              </a:extLst>
            </p:cNvPr>
            <p:cNvSpPr/>
            <p:nvPr/>
          </p:nvSpPr>
          <p:spPr>
            <a:xfrm>
              <a:off x="512826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2" name="矩形 100">
              <a:extLst>
                <a:ext uri="{FF2B5EF4-FFF2-40B4-BE49-F238E27FC236}">
                  <a16:creationId xmlns:a16="http://schemas.microsoft.com/office/drawing/2014/main" id="{DB947FA2-358B-3709-9F5C-4F4C12EE92D7}"/>
                </a:ext>
              </a:extLst>
            </p:cNvPr>
            <p:cNvSpPr/>
            <p:nvPr/>
          </p:nvSpPr>
          <p:spPr>
            <a:xfrm>
              <a:off x="530796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3" name="矩形 101">
              <a:extLst>
                <a:ext uri="{FF2B5EF4-FFF2-40B4-BE49-F238E27FC236}">
                  <a16:creationId xmlns:a16="http://schemas.microsoft.com/office/drawing/2014/main" id="{B6365845-B16A-CF6A-8607-260A73CD82E9}"/>
                </a:ext>
              </a:extLst>
            </p:cNvPr>
            <p:cNvSpPr/>
            <p:nvPr/>
          </p:nvSpPr>
          <p:spPr>
            <a:xfrm>
              <a:off x="548830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矩形 102">
              <a:extLst>
                <a:ext uri="{FF2B5EF4-FFF2-40B4-BE49-F238E27FC236}">
                  <a16:creationId xmlns:a16="http://schemas.microsoft.com/office/drawing/2014/main" id="{FB753D9A-0FBD-687C-AA15-B5DFE3A7489C}"/>
                </a:ext>
              </a:extLst>
            </p:cNvPr>
            <p:cNvSpPr/>
            <p:nvPr/>
          </p:nvSpPr>
          <p:spPr>
            <a:xfrm>
              <a:off x="422783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矩形 103">
              <a:extLst>
                <a:ext uri="{FF2B5EF4-FFF2-40B4-BE49-F238E27FC236}">
                  <a16:creationId xmlns:a16="http://schemas.microsoft.com/office/drawing/2014/main" id="{A5392EA1-B58F-8958-C78F-14C04EF79C70}"/>
                </a:ext>
              </a:extLst>
            </p:cNvPr>
            <p:cNvSpPr/>
            <p:nvPr/>
          </p:nvSpPr>
          <p:spPr>
            <a:xfrm>
              <a:off x="440817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矩形 104">
              <a:extLst>
                <a:ext uri="{FF2B5EF4-FFF2-40B4-BE49-F238E27FC236}">
                  <a16:creationId xmlns:a16="http://schemas.microsoft.com/office/drawing/2014/main" id="{11BA7E5B-867F-05A3-3E28-9C916511D5FB}"/>
                </a:ext>
              </a:extLst>
            </p:cNvPr>
            <p:cNvSpPr/>
            <p:nvPr/>
          </p:nvSpPr>
          <p:spPr>
            <a:xfrm>
              <a:off x="458787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05">
              <a:extLst>
                <a:ext uri="{FF2B5EF4-FFF2-40B4-BE49-F238E27FC236}">
                  <a16:creationId xmlns:a16="http://schemas.microsoft.com/office/drawing/2014/main" id="{C6323722-5DCB-B8CB-9EC1-D600CD17A436}"/>
                </a:ext>
              </a:extLst>
            </p:cNvPr>
            <p:cNvSpPr/>
            <p:nvPr/>
          </p:nvSpPr>
          <p:spPr>
            <a:xfrm>
              <a:off x="476821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8" name="矩形 106">
              <a:extLst>
                <a:ext uri="{FF2B5EF4-FFF2-40B4-BE49-F238E27FC236}">
                  <a16:creationId xmlns:a16="http://schemas.microsoft.com/office/drawing/2014/main" id="{D2A2A578-A49E-B6E6-1E1A-1D632A2D27A4}"/>
                </a:ext>
              </a:extLst>
            </p:cNvPr>
            <p:cNvSpPr/>
            <p:nvPr/>
          </p:nvSpPr>
          <p:spPr>
            <a:xfrm>
              <a:off x="422783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9" name="矩形 107">
              <a:extLst>
                <a:ext uri="{FF2B5EF4-FFF2-40B4-BE49-F238E27FC236}">
                  <a16:creationId xmlns:a16="http://schemas.microsoft.com/office/drawing/2014/main" id="{EC2EE2EC-0ECC-0683-E5DE-48AAF96B002E}"/>
                </a:ext>
              </a:extLst>
            </p:cNvPr>
            <p:cNvSpPr/>
            <p:nvPr/>
          </p:nvSpPr>
          <p:spPr>
            <a:xfrm>
              <a:off x="440817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0" name="矩形 108">
              <a:extLst>
                <a:ext uri="{FF2B5EF4-FFF2-40B4-BE49-F238E27FC236}">
                  <a16:creationId xmlns:a16="http://schemas.microsoft.com/office/drawing/2014/main" id="{1002C0E8-C74A-58E5-0554-AF770B54BF03}"/>
                </a:ext>
              </a:extLst>
            </p:cNvPr>
            <p:cNvSpPr/>
            <p:nvPr/>
          </p:nvSpPr>
          <p:spPr>
            <a:xfrm>
              <a:off x="458787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1" name="矩形 109">
              <a:extLst>
                <a:ext uri="{FF2B5EF4-FFF2-40B4-BE49-F238E27FC236}">
                  <a16:creationId xmlns:a16="http://schemas.microsoft.com/office/drawing/2014/main" id="{769F4C77-7C68-DC0F-5CED-463EF204F282}"/>
                </a:ext>
              </a:extLst>
            </p:cNvPr>
            <p:cNvSpPr/>
            <p:nvPr/>
          </p:nvSpPr>
          <p:spPr>
            <a:xfrm>
              <a:off x="476821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2" name="矩形 110">
              <a:extLst>
                <a:ext uri="{FF2B5EF4-FFF2-40B4-BE49-F238E27FC236}">
                  <a16:creationId xmlns:a16="http://schemas.microsoft.com/office/drawing/2014/main" id="{BEAE2561-179E-8ABE-7688-8867C9335E87}"/>
                </a:ext>
              </a:extLst>
            </p:cNvPr>
            <p:cNvSpPr/>
            <p:nvPr/>
          </p:nvSpPr>
          <p:spPr>
            <a:xfrm>
              <a:off x="422783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3" name="矩形 111">
              <a:extLst>
                <a:ext uri="{FF2B5EF4-FFF2-40B4-BE49-F238E27FC236}">
                  <a16:creationId xmlns:a16="http://schemas.microsoft.com/office/drawing/2014/main" id="{EC1AC119-1305-F453-F6F1-0220069F1157}"/>
                </a:ext>
              </a:extLst>
            </p:cNvPr>
            <p:cNvSpPr/>
            <p:nvPr/>
          </p:nvSpPr>
          <p:spPr>
            <a:xfrm>
              <a:off x="440817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12">
              <a:extLst>
                <a:ext uri="{FF2B5EF4-FFF2-40B4-BE49-F238E27FC236}">
                  <a16:creationId xmlns:a16="http://schemas.microsoft.com/office/drawing/2014/main" id="{BF40F290-8361-A628-53B0-7BDBA8582B92}"/>
                </a:ext>
              </a:extLst>
            </p:cNvPr>
            <p:cNvSpPr/>
            <p:nvPr/>
          </p:nvSpPr>
          <p:spPr>
            <a:xfrm>
              <a:off x="458787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5" name="矩形 113">
              <a:extLst>
                <a:ext uri="{FF2B5EF4-FFF2-40B4-BE49-F238E27FC236}">
                  <a16:creationId xmlns:a16="http://schemas.microsoft.com/office/drawing/2014/main" id="{8B5C7EEB-9699-B801-5529-E0F68655C301}"/>
                </a:ext>
              </a:extLst>
            </p:cNvPr>
            <p:cNvSpPr/>
            <p:nvPr/>
          </p:nvSpPr>
          <p:spPr>
            <a:xfrm>
              <a:off x="476821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6" name="矩形 114">
              <a:extLst>
                <a:ext uri="{FF2B5EF4-FFF2-40B4-BE49-F238E27FC236}">
                  <a16:creationId xmlns:a16="http://schemas.microsoft.com/office/drawing/2014/main" id="{E22BCAFB-723A-B54B-94F7-FDA288668F5B}"/>
                </a:ext>
              </a:extLst>
            </p:cNvPr>
            <p:cNvSpPr/>
            <p:nvPr/>
          </p:nvSpPr>
          <p:spPr>
            <a:xfrm>
              <a:off x="422783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7" name="矩形 115">
              <a:extLst>
                <a:ext uri="{FF2B5EF4-FFF2-40B4-BE49-F238E27FC236}">
                  <a16:creationId xmlns:a16="http://schemas.microsoft.com/office/drawing/2014/main" id="{C66A0146-E9EE-B051-5DA2-3061D7AC2EB6}"/>
                </a:ext>
              </a:extLst>
            </p:cNvPr>
            <p:cNvSpPr/>
            <p:nvPr/>
          </p:nvSpPr>
          <p:spPr>
            <a:xfrm>
              <a:off x="440817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8" name="矩形 116">
              <a:extLst>
                <a:ext uri="{FF2B5EF4-FFF2-40B4-BE49-F238E27FC236}">
                  <a16:creationId xmlns:a16="http://schemas.microsoft.com/office/drawing/2014/main" id="{2EB75CE7-3844-D71C-8B80-9A9B1D857213}"/>
                </a:ext>
              </a:extLst>
            </p:cNvPr>
            <p:cNvSpPr/>
            <p:nvPr/>
          </p:nvSpPr>
          <p:spPr>
            <a:xfrm>
              <a:off x="458787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9" name="矩形 117">
              <a:extLst>
                <a:ext uri="{FF2B5EF4-FFF2-40B4-BE49-F238E27FC236}">
                  <a16:creationId xmlns:a16="http://schemas.microsoft.com/office/drawing/2014/main" id="{E709F4BC-8075-558C-BA45-5E93D050C6A6}"/>
                </a:ext>
              </a:extLst>
            </p:cNvPr>
            <p:cNvSpPr/>
            <p:nvPr/>
          </p:nvSpPr>
          <p:spPr>
            <a:xfrm>
              <a:off x="476821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0" name="矩形 118">
              <a:extLst>
                <a:ext uri="{FF2B5EF4-FFF2-40B4-BE49-F238E27FC236}">
                  <a16:creationId xmlns:a16="http://schemas.microsoft.com/office/drawing/2014/main" id="{347ED757-C033-F528-9537-30E620A4F91A}"/>
                </a:ext>
              </a:extLst>
            </p:cNvPr>
            <p:cNvSpPr/>
            <p:nvPr/>
          </p:nvSpPr>
          <p:spPr>
            <a:xfrm>
              <a:off x="494792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1" name="矩形 119">
              <a:extLst>
                <a:ext uri="{FF2B5EF4-FFF2-40B4-BE49-F238E27FC236}">
                  <a16:creationId xmlns:a16="http://schemas.microsoft.com/office/drawing/2014/main" id="{31004999-2D0D-0C33-33DF-361010144A5B}"/>
                </a:ext>
              </a:extLst>
            </p:cNvPr>
            <p:cNvSpPr/>
            <p:nvPr/>
          </p:nvSpPr>
          <p:spPr>
            <a:xfrm>
              <a:off x="512826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2" name="矩形 120">
              <a:extLst>
                <a:ext uri="{FF2B5EF4-FFF2-40B4-BE49-F238E27FC236}">
                  <a16:creationId xmlns:a16="http://schemas.microsoft.com/office/drawing/2014/main" id="{018FB0E0-4344-4ACD-EACD-5F0F82CA3CFA}"/>
                </a:ext>
              </a:extLst>
            </p:cNvPr>
            <p:cNvSpPr/>
            <p:nvPr/>
          </p:nvSpPr>
          <p:spPr>
            <a:xfrm>
              <a:off x="530796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3" name="矩形 121">
              <a:extLst>
                <a:ext uri="{FF2B5EF4-FFF2-40B4-BE49-F238E27FC236}">
                  <a16:creationId xmlns:a16="http://schemas.microsoft.com/office/drawing/2014/main" id="{B2371EEE-B764-F8A7-A354-D19792324829}"/>
                </a:ext>
              </a:extLst>
            </p:cNvPr>
            <p:cNvSpPr/>
            <p:nvPr/>
          </p:nvSpPr>
          <p:spPr>
            <a:xfrm>
              <a:off x="548830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4" name="矩形 122">
              <a:extLst>
                <a:ext uri="{FF2B5EF4-FFF2-40B4-BE49-F238E27FC236}">
                  <a16:creationId xmlns:a16="http://schemas.microsoft.com/office/drawing/2014/main" id="{3A8C3DFA-C71A-D810-497D-1188BD0F24EB}"/>
                </a:ext>
              </a:extLst>
            </p:cNvPr>
            <p:cNvSpPr/>
            <p:nvPr/>
          </p:nvSpPr>
          <p:spPr>
            <a:xfrm>
              <a:off x="494792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5" name="矩形 123">
              <a:extLst>
                <a:ext uri="{FF2B5EF4-FFF2-40B4-BE49-F238E27FC236}">
                  <a16:creationId xmlns:a16="http://schemas.microsoft.com/office/drawing/2014/main" id="{F56FFE0A-629C-64C0-22DD-9F1062E8770E}"/>
                </a:ext>
              </a:extLst>
            </p:cNvPr>
            <p:cNvSpPr/>
            <p:nvPr/>
          </p:nvSpPr>
          <p:spPr>
            <a:xfrm>
              <a:off x="512826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6" name="矩形 124">
              <a:extLst>
                <a:ext uri="{FF2B5EF4-FFF2-40B4-BE49-F238E27FC236}">
                  <a16:creationId xmlns:a16="http://schemas.microsoft.com/office/drawing/2014/main" id="{23F4DC54-C53D-3F94-1AAD-C04BF99C6EF1}"/>
                </a:ext>
              </a:extLst>
            </p:cNvPr>
            <p:cNvSpPr/>
            <p:nvPr/>
          </p:nvSpPr>
          <p:spPr>
            <a:xfrm>
              <a:off x="530796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7" name="矩形 125">
              <a:extLst>
                <a:ext uri="{FF2B5EF4-FFF2-40B4-BE49-F238E27FC236}">
                  <a16:creationId xmlns:a16="http://schemas.microsoft.com/office/drawing/2014/main" id="{BC663CA0-CB10-E072-4232-871919E91150}"/>
                </a:ext>
              </a:extLst>
            </p:cNvPr>
            <p:cNvSpPr/>
            <p:nvPr/>
          </p:nvSpPr>
          <p:spPr>
            <a:xfrm>
              <a:off x="548830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26">
              <a:extLst>
                <a:ext uri="{FF2B5EF4-FFF2-40B4-BE49-F238E27FC236}">
                  <a16:creationId xmlns:a16="http://schemas.microsoft.com/office/drawing/2014/main" id="{D5FD7CEE-C712-668B-DF0A-732ADA575D21}"/>
                </a:ext>
              </a:extLst>
            </p:cNvPr>
            <p:cNvSpPr/>
            <p:nvPr/>
          </p:nvSpPr>
          <p:spPr>
            <a:xfrm>
              <a:off x="494792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9" name="矩形 127">
              <a:extLst>
                <a:ext uri="{FF2B5EF4-FFF2-40B4-BE49-F238E27FC236}">
                  <a16:creationId xmlns:a16="http://schemas.microsoft.com/office/drawing/2014/main" id="{52AA5D32-D243-0DA2-8835-48D4B77B57AD}"/>
                </a:ext>
              </a:extLst>
            </p:cNvPr>
            <p:cNvSpPr/>
            <p:nvPr/>
          </p:nvSpPr>
          <p:spPr>
            <a:xfrm>
              <a:off x="512826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0" name="矩形 128">
              <a:extLst>
                <a:ext uri="{FF2B5EF4-FFF2-40B4-BE49-F238E27FC236}">
                  <a16:creationId xmlns:a16="http://schemas.microsoft.com/office/drawing/2014/main" id="{90F8465D-01C4-C284-9A0F-44B2A563881E}"/>
                </a:ext>
              </a:extLst>
            </p:cNvPr>
            <p:cNvSpPr/>
            <p:nvPr/>
          </p:nvSpPr>
          <p:spPr>
            <a:xfrm>
              <a:off x="530796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1" name="矩形 129">
              <a:extLst>
                <a:ext uri="{FF2B5EF4-FFF2-40B4-BE49-F238E27FC236}">
                  <a16:creationId xmlns:a16="http://schemas.microsoft.com/office/drawing/2014/main" id="{7DC4797C-F268-9B85-2D40-3FCE59A2767F}"/>
                </a:ext>
              </a:extLst>
            </p:cNvPr>
            <p:cNvSpPr/>
            <p:nvPr/>
          </p:nvSpPr>
          <p:spPr>
            <a:xfrm>
              <a:off x="548830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2" name="矩形 130">
              <a:extLst>
                <a:ext uri="{FF2B5EF4-FFF2-40B4-BE49-F238E27FC236}">
                  <a16:creationId xmlns:a16="http://schemas.microsoft.com/office/drawing/2014/main" id="{C271EC9A-A511-0CEE-9B25-4F786EE48E16}"/>
                </a:ext>
              </a:extLst>
            </p:cNvPr>
            <p:cNvSpPr/>
            <p:nvPr/>
          </p:nvSpPr>
          <p:spPr>
            <a:xfrm>
              <a:off x="494792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3" name="矩形 131">
              <a:extLst>
                <a:ext uri="{FF2B5EF4-FFF2-40B4-BE49-F238E27FC236}">
                  <a16:creationId xmlns:a16="http://schemas.microsoft.com/office/drawing/2014/main" id="{BBD6D7DE-B160-FA94-0CBC-32A1057ABA1C}"/>
                </a:ext>
              </a:extLst>
            </p:cNvPr>
            <p:cNvSpPr/>
            <p:nvPr/>
          </p:nvSpPr>
          <p:spPr>
            <a:xfrm>
              <a:off x="512826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4" name="矩形 132">
              <a:extLst>
                <a:ext uri="{FF2B5EF4-FFF2-40B4-BE49-F238E27FC236}">
                  <a16:creationId xmlns:a16="http://schemas.microsoft.com/office/drawing/2014/main" id="{3144DF27-C906-909A-D735-B90C570859CD}"/>
                </a:ext>
              </a:extLst>
            </p:cNvPr>
            <p:cNvSpPr/>
            <p:nvPr/>
          </p:nvSpPr>
          <p:spPr>
            <a:xfrm>
              <a:off x="530796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33">
              <a:extLst>
                <a:ext uri="{FF2B5EF4-FFF2-40B4-BE49-F238E27FC236}">
                  <a16:creationId xmlns:a16="http://schemas.microsoft.com/office/drawing/2014/main" id="{3EC46C5C-ADE1-F1C3-9E62-A761D3B97FFC}"/>
                </a:ext>
              </a:extLst>
            </p:cNvPr>
            <p:cNvSpPr/>
            <p:nvPr/>
          </p:nvSpPr>
          <p:spPr>
            <a:xfrm>
              <a:off x="548830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6" name="矩形 134">
              <a:extLst>
                <a:ext uri="{FF2B5EF4-FFF2-40B4-BE49-F238E27FC236}">
                  <a16:creationId xmlns:a16="http://schemas.microsoft.com/office/drawing/2014/main" id="{72AFCDF6-3480-6B85-6881-ACFD832CFF24}"/>
                </a:ext>
              </a:extLst>
            </p:cNvPr>
            <p:cNvSpPr/>
            <p:nvPr/>
          </p:nvSpPr>
          <p:spPr>
            <a:xfrm>
              <a:off x="422783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47" name="组合 135">
              <a:extLst>
                <a:ext uri="{FF2B5EF4-FFF2-40B4-BE49-F238E27FC236}">
                  <a16:creationId xmlns:a16="http://schemas.microsoft.com/office/drawing/2014/main" id="{0B75DFB9-4D9F-BBBF-5F09-813A1A5EBB8C}"/>
                </a:ext>
              </a:extLst>
            </p:cNvPr>
            <p:cNvGrpSpPr/>
            <p:nvPr/>
          </p:nvGrpSpPr>
          <p:grpSpPr>
            <a:xfrm>
              <a:off x="4074795" y="3613150"/>
              <a:ext cx="306070" cy="306070"/>
              <a:chOff x="2866123" y="762544"/>
              <a:chExt cx="306000" cy="306000"/>
            </a:xfrm>
          </p:grpSpPr>
          <p:sp>
            <p:nvSpPr>
              <p:cNvPr id="148" name="椭圆 136">
                <a:extLst>
                  <a:ext uri="{FF2B5EF4-FFF2-40B4-BE49-F238E27FC236}">
                    <a16:creationId xmlns:a16="http://schemas.microsoft.com/office/drawing/2014/main" id="{91E9D257-8318-7549-F123-59FB9A67C730}"/>
                  </a:ext>
                </a:extLst>
              </p:cNvPr>
              <p:cNvSpPr/>
              <p:nvPr/>
            </p:nvSpPr>
            <p:spPr>
              <a:xfrm>
                <a:off x="2866123" y="762544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文本框 137">
                    <a:extLst>
                      <a:ext uri="{FF2B5EF4-FFF2-40B4-BE49-F238E27FC236}">
                        <a16:creationId xmlns:a16="http://schemas.microsoft.com/office/drawing/2014/main" id="{216E4FD4-E623-79A4-5293-1C1906A0DFFF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504" y="807822"/>
                    <a:ext cx="16523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150" name="矩形 138">
              <a:extLst>
                <a:ext uri="{FF2B5EF4-FFF2-40B4-BE49-F238E27FC236}">
                  <a16:creationId xmlns:a16="http://schemas.microsoft.com/office/drawing/2014/main" id="{66EB8ED3-E0EA-640D-F669-DDFB4479A978}"/>
                </a:ext>
              </a:extLst>
            </p:cNvPr>
            <p:cNvSpPr/>
            <p:nvPr/>
          </p:nvSpPr>
          <p:spPr>
            <a:xfrm>
              <a:off x="602297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1" name="矩形 139">
              <a:extLst>
                <a:ext uri="{FF2B5EF4-FFF2-40B4-BE49-F238E27FC236}">
                  <a16:creationId xmlns:a16="http://schemas.microsoft.com/office/drawing/2014/main" id="{BB6DA14A-35EC-C9FF-5807-C7A9AE8E2D49}"/>
                </a:ext>
              </a:extLst>
            </p:cNvPr>
            <p:cNvSpPr/>
            <p:nvPr/>
          </p:nvSpPr>
          <p:spPr>
            <a:xfrm>
              <a:off x="620331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2" name="矩形 140">
              <a:extLst>
                <a:ext uri="{FF2B5EF4-FFF2-40B4-BE49-F238E27FC236}">
                  <a16:creationId xmlns:a16="http://schemas.microsoft.com/office/drawing/2014/main" id="{BD52A2B1-BEFF-FBAF-D252-B93178D3D1F8}"/>
                </a:ext>
              </a:extLst>
            </p:cNvPr>
            <p:cNvSpPr/>
            <p:nvPr/>
          </p:nvSpPr>
          <p:spPr>
            <a:xfrm>
              <a:off x="638302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3" name="矩形 141">
              <a:extLst>
                <a:ext uri="{FF2B5EF4-FFF2-40B4-BE49-F238E27FC236}">
                  <a16:creationId xmlns:a16="http://schemas.microsoft.com/office/drawing/2014/main" id="{4B138185-5F8C-0B6F-5098-5043822D371A}"/>
                </a:ext>
              </a:extLst>
            </p:cNvPr>
            <p:cNvSpPr/>
            <p:nvPr/>
          </p:nvSpPr>
          <p:spPr>
            <a:xfrm>
              <a:off x="656336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4" name="矩形 142">
              <a:extLst>
                <a:ext uri="{FF2B5EF4-FFF2-40B4-BE49-F238E27FC236}">
                  <a16:creationId xmlns:a16="http://schemas.microsoft.com/office/drawing/2014/main" id="{43C7A11C-A4BD-C3EA-69D6-57CF68A9B001}"/>
                </a:ext>
              </a:extLst>
            </p:cNvPr>
            <p:cNvSpPr/>
            <p:nvPr/>
          </p:nvSpPr>
          <p:spPr>
            <a:xfrm>
              <a:off x="602297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5" name="矩形 143">
              <a:extLst>
                <a:ext uri="{FF2B5EF4-FFF2-40B4-BE49-F238E27FC236}">
                  <a16:creationId xmlns:a16="http://schemas.microsoft.com/office/drawing/2014/main" id="{A5B35D07-5D7A-8707-BC60-89870B6A919A}"/>
                </a:ext>
              </a:extLst>
            </p:cNvPr>
            <p:cNvSpPr/>
            <p:nvPr/>
          </p:nvSpPr>
          <p:spPr>
            <a:xfrm>
              <a:off x="620331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6" name="矩形 144">
              <a:extLst>
                <a:ext uri="{FF2B5EF4-FFF2-40B4-BE49-F238E27FC236}">
                  <a16:creationId xmlns:a16="http://schemas.microsoft.com/office/drawing/2014/main" id="{D9E192F1-D983-5D64-FF4B-06EC22A6797A}"/>
                </a:ext>
              </a:extLst>
            </p:cNvPr>
            <p:cNvSpPr/>
            <p:nvPr/>
          </p:nvSpPr>
          <p:spPr>
            <a:xfrm>
              <a:off x="638302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7" name="矩形 145">
              <a:extLst>
                <a:ext uri="{FF2B5EF4-FFF2-40B4-BE49-F238E27FC236}">
                  <a16:creationId xmlns:a16="http://schemas.microsoft.com/office/drawing/2014/main" id="{86531F9A-A13B-51AE-989F-9041B4C59137}"/>
                </a:ext>
              </a:extLst>
            </p:cNvPr>
            <p:cNvSpPr/>
            <p:nvPr/>
          </p:nvSpPr>
          <p:spPr>
            <a:xfrm>
              <a:off x="656336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8" name="矩形 146">
              <a:extLst>
                <a:ext uri="{FF2B5EF4-FFF2-40B4-BE49-F238E27FC236}">
                  <a16:creationId xmlns:a16="http://schemas.microsoft.com/office/drawing/2014/main" id="{58A0B797-1F31-E519-D4A5-C9AEE9DF5DFE}"/>
                </a:ext>
              </a:extLst>
            </p:cNvPr>
            <p:cNvSpPr/>
            <p:nvPr/>
          </p:nvSpPr>
          <p:spPr>
            <a:xfrm>
              <a:off x="602297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9" name="矩形 147">
              <a:extLst>
                <a:ext uri="{FF2B5EF4-FFF2-40B4-BE49-F238E27FC236}">
                  <a16:creationId xmlns:a16="http://schemas.microsoft.com/office/drawing/2014/main" id="{BA205F71-FCC0-2B54-1530-70F255B2913F}"/>
                </a:ext>
              </a:extLst>
            </p:cNvPr>
            <p:cNvSpPr/>
            <p:nvPr/>
          </p:nvSpPr>
          <p:spPr>
            <a:xfrm>
              <a:off x="620331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0" name="矩形 148">
              <a:extLst>
                <a:ext uri="{FF2B5EF4-FFF2-40B4-BE49-F238E27FC236}">
                  <a16:creationId xmlns:a16="http://schemas.microsoft.com/office/drawing/2014/main" id="{4C22A522-E8FF-F573-4CD9-1CCA806D3010}"/>
                </a:ext>
              </a:extLst>
            </p:cNvPr>
            <p:cNvSpPr/>
            <p:nvPr/>
          </p:nvSpPr>
          <p:spPr>
            <a:xfrm>
              <a:off x="638302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1" name="矩形 149">
              <a:extLst>
                <a:ext uri="{FF2B5EF4-FFF2-40B4-BE49-F238E27FC236}">
                  <a16:creationId xmlns:a16="http://schemas.microsoft.com/office/drawing/2014/main" id="{AB202F35-A803-B538-4649-ABFBDA527BCE}"/>
                </a:ext>
              </a:extLst>
            </p:cNvPr>
            <p:cNvSpPr/>
            <p:nvPr/>
          </p:nvSpPr>
          <p:spPr>
            <a:xfrm>
              <a:off x="656336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2" name="矩形 150">
              <a:extLst>
                <a:ext uri="{FF2B5EF4-FFF2-40B4-BE49-F238E27FC236}">
                  <a16:creationId xmlns:a16="http://schemas.microsoft.com/office/drawing/2014/main" id="{FBA5CC0E-14A4-53D7-53B0-BDA97318C8EB}"/>
                </a:ext>
              </a:extLst>
            </p:cNvPr>
            <p:cNvSpPr/>
            <p:nvPr/>
          </p:nvSpPr>
          <p:spPr>
            <a:xfrm>
              <a:off x="602297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3" name="矩形 151">
              <a:extLst>
                <a:ext uri="{FF2B5EF4-FFF2-40B4-BE49-F238E27FC236}">
                  <a16:creationId xmlns:a16="http://schemas.microsoft.com/office/drawing/2014/main" id="{E864C8FB-285E-E4A0-D0D0-618920CD9F3F}"/>
                </a:ext>
              </a:extLst>
            </p:cNvPr>
            <p:cNvSpPr/>
            <p:nvPr/>
          </p:nvSpPr>
          <p:spPr>
            <a:xfrm>
              <a:off x="620331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4" name="矩形 152">
              <a:extLst>
                <a:ext uri="{FF2B5EF4-FFF2-40B4-BE49-F238E27FC236}">
                  <a16:creationId xmlns:a16="http://schemas.microsoft.com/office/drawing/2014/main" id="{DE3E1F7C-7AD9-AEDD-9A79-337B20E785CE}"/>
                </a:ext>
              </a:extLst>
            </p:cNvPr>
            <p:cNvSpPr/>
            <p:nvPr/>
          </p:nvSpPr>
          <p:spPr>
            <a:xfrm>
              <a:off x="638302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5" name="矩形 153">
              <a:extLst>
                <a:ext uri="{FF2B5EF4-FFF2-40B4-BE49-F238E27FC236}">
                  <a16:creationId xmlns:a16="http://schemas.microsoft.com/office/drawing/2014/main" id="{AE90416A-DA5D-D4B6-9955-860D0C0185C8}"/>
                </a:ext>
              </a:extLst>
            </p:cNvPr>
            <p:cNvSpPr/>
            <p:nvPr/>
          </p:nvSpPr>
          <p:spPr>
            <a:xfrm>
              <a:off x="656336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6" name="矩形 154">
              <a:extLst>
                <a:ext uri="{FF2B5EF4-FFF2-40B4-BE49-F238E27FC236}">
                  <a16:creationId xmlns:a16="http://schemas.microsoft.com/office/drawing/2014/main" id="{D1DFE374-D26D-8C11-43CE-0BB161845E44}"/>
                </a:ext>
              </a:extLst>
            </p:cNvPr>
            <p:cNvSpPr/>
            <p:nvPr/>
          </p:nvSpPr>
          <p:spPr>
            <a:xfrm>
              <a:off x="6743065" y="196659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7" name="矩形 155">
              <a:extLst>
                <a:ext uri="{FF2B5EF4-FFF2-40B4-BE49-F238E27FC236}">
                  <a16:creationId xmlns:a16="http://schemas.microsoft.com/office/drawing/2014/main" id="{8FA3C83A-C565-C598-0F12-EFB7F8F63842}"/>
                </a:ext>
              </a:extLst>
            </p:cNvPr>
            <p:cNvSpPr/>
            <p:nvPr/>
          </p:nvSpPr>
          <p:spPr>
            <a:xfrm>
              <a:off x="692340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8" name="矩形 156">
              <a:extLst>
                <a:ext uri="{FF2B5EF4-FFF2-40B4-BE49-F238E27FC236}">
                  <a16:creationId xmlns:a16="http://schemas.microsoft.com/office/drawing/2014/main" id="{36601E01-55EB-3F51-8F4D-97BB8B293C83}"/>
                </a:ext>
              </a:extLst>
            </p:cNvPr>
            <p:cNvSpPr/>
            <p:nvPr/>
          </p:nvSpPr>
          <p:spPr>
            <a:xfrm>
              <a:off x="710311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9" name="矩形 157">
              <a:extLst>
                <a:ext uri="{FF2B5EF4-FFF2-40B4-BE49-F238E27FC236}">
                  <a16:creationId xmlns:a16="http://schemas.microsoft.com/office/drawing/2014/main" id="{B1EBB176-DEF1-5318-B8BE-7D58C48863A9}"/>
                </a:ext>
              </a:extLst>
            </p:cNvPr>
            <p:cNvSpPr/>
            <p:nvPr/>
          </p:nvSpPr>
          <p:spPr>
            <a:xfrm>
              <a:off x="728345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0" name="矩形 158">
              <a:extLst>
                <a:ext uri="{FF2B5EF4-FFF2-40B4-BE49-F238E27FC236}">
                  <a16:creationId xmlns:a16="http://schemas.microsoft.com/office/drawing/2014/main" id="{8C6A1ACF-BD46-C8A7-C844-39FA25A34C92}"/>
                </a:ext>
              </a:extLst>
            </p:cNvPr>
            <p:cNvSpPr/>
            <p:nvPr/>
          </p:nvSpPr>
          <p:spPr>
            <a:xfrm>
              <a:off x="6743065" y="214693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1" name="矩形 159">
              <a:extLst>
                <a:ext uri="{FF2B5EF4-FFF2-40B4-BE49-F238E27FC236}">
                  <a16:creationId xmlns:a16="http://schemas.microsoft.com/office/drawing/2014/main" id="{8B4B0E86-A45E-7FAB-6D6B-9ABC7846C75F}"/>
                </a:ext>
              </a:extLst>
            </p:cNvPr>
            <p:cNvSpPr/>
            <p:nvPr/>
          </p:nvSpPr>
          <p:spPr>
            <a:xfrm>
              <a:off x="692340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2" name="矩形 160">
              <a:extLst>
                <a:ext uri="{FF2B5EF4-FFF2-40B4-BE49-F238E27FC236}">
                  <a16:creationId xmlns:a16="http://schemas.microsoft.com/office/drawing/2014/main" id="{8DA1FAB8-AB13-5F8F-0AC2-F715D48F6351}"/>
                </a:ext>
              </a:extLst>
            </p:cNvPr>
            <p:cNvSpPr/>
            <p:nvPr/>
          </p:nvSpPr>
          <p:spPr>
            <a:xfrm>
              <a:off x="710311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3" name="矩形 161">
              <a:extLst>
                <a:ext uri="{FF2B5EF4-FFF2-40B4-BE49-F238E27FC236}">
                  <a16:creationId xmlns:a16="http://schemas.microsoft.com/office/drawing/2014/main" id="{7F90EF14-4D1A-8A70-AC96-033B4A8CC5D3}"/>
                </a:ext>
              </a:extLst>
            </p:cNvPr>
            <p:cNvSpPr/>
            <p:nvPr/>
          </p:nvSpPr>
          <p:spPr>
            <a:xfrm>
              <a:off x="728345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4" name="矩形 162">
              <a:extLst>
                <a:ext uri="{FF2B5EF4-FFF2-40B4-BE49-F238E27FC236}">
                  <a16:creationId xmlns:a16="http://schemas.microsoft.com/office/drawing/2014/main" id="{B5DFBC8F-870A-610F-C81B-9BE01FC9C92E}"/>
                </a:ext>
              </a:extLst>
            </p:cNvPr>
            <p:cNvSpPr/>
            <p:nvPr/>
          </p:nvSpPr>
          <p:spPr>
            <a:xfrm>
              <a:off x="6743065" y="232664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5" name="矩形 163">
              <a:extLst>
                <a:ext uri="{FF2B5EF4-FFF2-40B4-BE49-F238E27FC236}">
                  <a16:creationId xmlns:a16="http://schemas.microsoft.com/office/drawing/2014/main" id="{EF5D6C43-7D40-6C0D-C043-3A19E7327681}"/>
                </a:ext>
              </a:extLst>
            </p:cNvPr>
            <p:cNvSpPr/>
            <p:nvPr/>
          </p:nvSpPr>
          <p:spPr>
            <a:xfrm>
              <a:off x="692340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6" name="矩形 164">
              <a:extLst>
                <a:ext uri="{FF2B5EF4-FFF2-40B4-BE49-F238E27FC236}">
                  <a16:creationId xmlns:a16="http://schemas.microsoft.com/office/drawing/2014/main" id="{AAC65257-6AE5-E340-D7F0-1905408FBE80}"/>
                </a:ext>
              </a:extLst>
            </p:cNvPr>
            <p:cNvSpPr/>
            <p:nvPr/>
          </p:nvSpPr>
          <p:spPr>
            <a:xfrm>
              <a:off x="710311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7" name="矩形 165">
              <a:extLst>
                <a:ext uri="{FF2B5EF4-FFF2-40B4-BE49-F238E27FC236}">
                  <a16:creationId xmlns:a16="http://schemas.microsoft.com/office/drawing/2014/main" id="{738C8A07-0705-20A4-BF5A-4306EECE4536}"/>
                </a:ext>
              </a:extLst>
            </p:cNvPr>
            <p:cNvSpPr/>
            <p:nvPr/>
          </p:nvSpPr>
          <p:spPr>
            <a:xfrm>
              <a:off x="728345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8" name="矩形 166">
              <a:extLst>
                <a:ext uri="{FF2B5EF4-FFF2-40B4-BE49-F238E27FC236}">
                  <a16:creationId xmlns:a16="http://schemas.microsoft.com/office/drawing/2014/main" id="{43DC9009-84E3-A78A-426E-00A9D1DC2503}"/>
                </a:ext>
              </a:extLst>
            </p:cNvPr>
            <p:cNvSpPr/>
            <p:nvPr/>
          </p:nvSpPr>
          <p:spPr>
            <a:xfrm>
              <a:off x="6743065" y="250698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矩形 167">
              <a:extLst>
                <a:ext uri="{FF2B5EF4-FFF2-40B4-BE49-F238E27FC236}">
                  <a16:creationId xmlns:a16="http://schemas.microsoft.com/office/drawing/2014/main" id="{742E75F9-AC08-0ABD-D4CC-9F874EAAC562}"/>
                </a:ext>
              </a:extLst>
            </p:cNvPr>
            <p:cNvSpPr/>
            <p:nvPr/>
          </p:nvSpPr>
          <p:spPr>
            <a:xfrm>
              <a:off x="692340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0" name="矩形 168">
              <a:extLst>
                <a:ext uri="{FF2B5EF4-FFF2-40B4-BE49-F238E27FC236}">
                  <a16:creationId xmlns:a16="http://schemas.microsoft.com/office/drawing/2014/main" id="{0FDEDEBB-C2D9-0290-BBE8-2C0D139BD19A}"/>
                </a:ext>
              </a:extLst>
            </p:cNvPr>
            <p:cNvSpPr/>
            <p:nvPr/>
          </p:nvSpPr>
          <p:spPr>
            <a:xfrm>
              <a:off x="710311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1" name="矩形 169">
              <a:extLst>
                <a:ext uri="{FF2B5EF4-FFF2-40B4-BE49-F238E27FC236}">
                  <a16:creationId xmlns:a16="http://schemas.microsoft.com/office/drawing/2014/main" id="{8963BFEE-1EC5-E384-CC29-482B6D34926F}"/>
                </a:ext>
              </a:extLst>
            </p:cNvPr>
            <p:cNvSpPr/>
            <p:nvPr/>
          </p:nvSpPr>
          <p:spPr>
            <a:xfrm>
              <a:off x="728345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2" name="矩形 170">
              <a:extLst>
                <a:ext uri="{FF2B5EF4-FFF2-40B4-BE49-F238E27FC236}">
                  <a16:creationId xmlns:a16="http://schemas.microsoft.com/office/drawing/2014/main" id="{281D386A-43C3-F295-12C0-A57848CC5597}"/>
                </a:ext>
              </a:extLst>
            </p:cNvPr>
            <p:cNvSpPr/>
            <p:nvPr/>
          </p:nvSpPr>
          <p:spPr>
            <a:xfrm>
              <a:off x="602297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3" name="矩形 171">
              <a:extLst>
                <a:ext uri="{FF2B5EF4-FFF2-40B4-BE49-F238E27FC236}">
                  <a16:creationId xmlns:a16="http://schemas.microsoft.com/office/drawing/2014/main" id="{4307AC8A-573D-3E6B-4020-D8D0320531E3}"/>
                </a:ext>
              </a:extLst>
            </p:cNvPr>
            <p:cNvSpPr/>
            <p:nvPr/>
          </p:nvSpPr>
          <p:spPr>
            <a:xfrm>
              <a:off x="620331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4" name="矩形 172">
              <a:extLst>
                <a:ext uri="{FF2B5EF4-FFF2-40B4-BE49-F238E27FC236}">
                  <a16:creationId xmlns:a16="http://schemas.microsoft.com/office/drawing/2014/main" id="{9FAECF77-C1CA-B203-9F3D-D30351384766}"/>
                </a:ext>
              </a:extLst>
            </p:cNvPr>
            <p:cNvSpPr/>
            <p:nvPr/>
          </p:nvSpPr>
          <p:spPr>
            <a:xfrm>
              <a:off x="638302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5" name="矩形 173">
              <a:extLst>
                <a:ext uri="{FF2B5EF4-FFF2-40B4-BE49-F238E27FC236}">
                  <a16:creationId xmlns:a16="http://schemas.microsoft.com/office/drawing/2014/main" id="{01DA035D-480C-7CE7-DDE6-EB27B703D886}"/>
                </a:ext>
              </a:extLst>
            </p:cNvPr>
            <p:cNvSpPr/>
            <p:nvPr/>
          </p:nvSpPr>
          <p:spPr>
            <a:xfrm>
              <a:off x="656336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6" name="矩形 174">
              <a:extLst>
                <a:ext uri="{FF2B5EF4-FFF2-40B4-BE49-F238E27FC236}">
                  <a16:creationId xmlns:a16="http://schemas.microsoft.com/office/drawing/2014/main" id="{E81109C8-37A0-AC25-FA4D-A856B3E2158F}"/>
                </a:ext>
              </a:extLst>
            </p:cNvPr>
            <p:cNvSpPr/>
            <p:nvPr/>
          </p:nvSpPr>
          <p:spPr>
            <a:xfrm>
              <a:off x="602297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7" name="矩形 175">
              <a:extLst>
                <a:ext uri="{FF2B5EF4-FFF2-40B4-BE49-F238E27FC236}">
                  <a16:creationId xmlns:a16="http://schemas.microsoft.com/office/drawing/2014/main" id="{7200CFA8-CC5C-D1DB-42FF-0F72463ABB57}"/>
                </a:ext>
              </a:extLst>
            </p:cNvPr>
            <p:cNvSpPr/>
            <p:nvPr/>
          </p:nvSpPr>
          <p:spPr>
            <a:xfrm>
              <a:off x="620331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8" name="矩形 176">
              <a:extLst>
                <a:ext uri="{FF2B5EF4-FFF2-40B4-BE49-F238E27FC236}">
                  <a16:creationId xmlns:a16="http://schemas.microsoft.com/office/drawing/2014/main" id="{BEA44CC6-295D-FFD4-5246-1BF970484178}"/>
                </a:ext>
              </a:extLst>
            </p:cNvPr>
            <p:cNvSpPr/>
            <p:nvPr/>
          </p:nvSpPr>
          <p:spPr>
            <a:xfrm>
              <a:off x="638302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9" name="矩形 177">
              <a:extLst>
                <a:ext uri="{FF2B5EF4-FFF2-40B4-BE49-F238E27FC236}">
                  <a16:creationId xmlns:a16="http://schemas.microsoft.com/office/drawing/2014/main" id="{E3190FD3-2594-CFD6-6D6C-C206D5F4AA65}"/>
                </a:ext>
              </a:extLst>
            </p:cNvPr>
            <p:cNvSpPr/>
            <p:nvPr/>
          </p:nvSpPr>
          <p:spPr>
            <a:xfrm>
              <a:off x="656336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0" name="矩形 178">
              <a:extLst>
                <a:ext uri="{FF2B5EF4-FFF2-40B4-BE49-F238E27FC236}">
                  <a16:creationId xmlns:a16="http://schemas.microsoft.com/office/drawing/2014/main" id="{129C6057-928B-E0EE-4FA8-5D01D66F9EB4}"/>
                </a:ext>
              </a:extLst>
            </p:cNvPr>
            <p:cNvSpPr/>
            <p:nvPr/>
          </p:nvSpPr>
          <p:spPr>
            <a:xfrm>
              <a:off x="602297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1" name="矩形 179">
              <a:extLst>
                <a:ext uri="{FF2B5EF4-FFF2-40B4-BE49-F238E27FC236}">
                  <a16:creationId xmlns:a16="http://schemas.microsoft.com/office/drawing/2014/main" id="{D8D41C23-0C89-8D1C-6570-ED7D69325D75}"/>
                </a:ext>
              </a:extLst>
            </p:cNvPr>
            <p:cNvSpPr/>
            <p:nvPr/>
          </p:nvSpPr>
          <p:spPr>
            <a:xfrm>
              <a:off x="620331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2" name="矩形 180">
              <a:extLst>
                <a:ext uri="{FF2B5EF4-FFF2-40B4-BE49-F238E27FC236}">
                  <a16:creationId xmlns:a16="http://schemas.microsoft.com/office/drawing/2014/main" id="{13870329-9266-B45E-C912-7F72D9E8A27C}"/>
                </a:ext>
              </a:extLst>
            </p:cNvPr>
            <p:cNvSpPr/>
            <p:nvPr/>
          </p:nvSpPr>
          <p:spPr>
            <a:xfrm>
              <a:off x="638302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3" name="矩形 181">
              <a:extLst>
                <a:ext uri="{FF2B5EF4-FFF2-40B4-BE49-F238E27FC236}">
                  <a16:creationId xmlns:a16="http://schemas.microsoft.com/office/drawing/2014/main" id="{D2342E27-C847-CB25-8C2C-118A0850398A}"/>
                </a:ext>
              </a:extLst>
            </p:cNvPr>
            <p:cNvSpPr/>
            <p:nvPr/>
          </p:nvSpPr>
          <p:spPr>
            <a:xfrm>
              <a:off x="656336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矩形 182">
              <a:extLst>
                <a:ext uri="{FF2B5EF4-FFF2-40B4-BE49-F238E27FC236}">
                  <a16:creationId xmlns:a16="http://schemas.microsoft.com/office/drawing/2014/main" id="{BDCE566B-5E7E-101C-6B51-FE47ADC9B8F3}"/>
                </a:ext>
              </a:extLst>
            </p:cNvPr>
            <p:cNvSpPr/>
            <p:nvPr/>
          </p:nvSpPr>
          <p:spPr>
            <a:xfrm>
              <a:off x="602297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5" name="矩形 183">
              <a:extLst>
                <a:ext uri="{FF2B5EF4-FFF2-40B4-BE49-F238E27FC236}">
                  <a16:creationId xmlns:a16="http://schemas.microsoft.com/office/drawing/2014/main" id="{26B6BFB4-F54E-FF77-84EA-B06868F341F2}"/>
                </a:ext>
              </a:extLst>
            </p:cNvPr>
            <p:cNvSpPr/>
            <p:nvPr/>
          </p:nvSpPr>
          <p:spPr>
            <a:xfrm>
              <a:off x="620331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6" name="矩形 184">
              <a:extLst>
                <a:ext uri="{FF2B5EF4-FFF2-40B4-BE49-F238E27FC236}">
                  <a16:creationId xmlns:a16="http://schemas.microsoft.com/office/drawing/2014/main" id="{8B7839F3-4C55-E928-090C-043190CF2D32}"/>
                </a:ext>
              </a:extLst>
            </p:cNvPr>
            <p:cNvSpPr/>
            <p:nvPr/>
          </p:nvSpPr>
          <p:spPr>
            <a:xfrm>
              <a:off x="638302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7" name="矩形 185">
              <a:extLst>
                <a:ext uri="{FF2B5EF4-FFF2-40B4-BE49-F238E27FC236}">
                  <a16:creationId xmlns:a16="http://schemas.microsoft.com/office/drawing/2014/main" id="{C230DF92-C797-557C-600B-22D1BF945D60}"/>
                </a:ext>
              </a:extLst>
            </p:cNvPr>
            <p:cNvSpPr/>
            <p:nvPr/>
          </p:nvSpPr>
          <p:spPr>
            <a:xfrm>
              <a:off x="656336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8" name="矩形 186">
              <a:extLst>
                <a:ext uri="{FF2B5EF4-FFF2-40B4-BE49-F238E27FC236}">
                  <a16:creationId xmlns:a16="http://schemas.microsoft.com/office/drawing/2014/main" id="{72606F1E-8E2A-7E1F-0C38-7B8F0F42967A}"/>
                </a:ext>
              </a:extLst>
            </p:cNvPr>
            <p:cNvSpPr/>
            <p:nvPr/>
          </p:nvSpPr>
          <p:spPr>
            <a:xfrm>
              <a:off x="6743065" y="268668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9" name="矩形 187">
              <a:extLst>
                <a:ext uri="{FF2B5EF4-FFF2-40B4-BE49-F238E27FC236}">
                  <a16:creationId xmlns:a16="http://schemas.microsoft.com/office/drawing/2014/main" id="{071DC449-A834-FEF6-7723-E21D27F0712C}"/>
                </a:ext>
              </a:extLst>
            </p:cNvPr>
            <p:cNvSpPr/>
            <p:nvPr/>
          </p:nvSpPr>
          <p:spPr>
            <a:xfrm>
              <a:off x="692340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0" name="矩形 188">
              <a:extLst>
                <a:ext uri="{FF2B5EF4-FFF2-40B4-BE49-F238E27FC236}">
                  <a16:creationId xmlns:a16="http://schemas.microsoft.com/office/drawing/2014/main" id="{3C9F597B-61AB-149F-E370-034D5AC5476A}"/>
                </a:ext>
              </a:extLst>
            </p:cNvPr>
            <p:cNvSpPr/>
            <p:nvPr/>
          </p:nvSpPr>
          <p:spPr>
            <a:xfrm>
              <a:off x="710311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1" name="矩形 189">
              <a:extLst>
                <a:ext uri="{FF2B5EF4-FFF2-40B4-BE49-F238E27FC236}">
                  <a16:creationId xmlns:a16="http://schemas.microsoft.com/office/drawing/2014/main" id="{7ADEDB1A-F599-6477-471A-25883855B2D1}"/>
                </a:ext>
              </a:extLst>
            </p:cNvPr>
            <p:cNvSpPr/>
            <p:nvPr/>
          </p:nvSpPr>
          <p:spPr>
            <a:xfrm>
              <a:off x="728345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2" name="矩形 190">
              <a:extLst>
                <a:ext uri="{FF2B5EF4-FFF2-40B4-BE49-F238E27FC236}">
                  <a16:creationId xmlns:a16="http://schemas.microsoft.com/office/drawing/2014/main" id="{00D40AF7-FBC2-1915-0A7D-8ABEF29871E4}"/>
                </a:ext>
              </a:extLst>
            </p:cNvPr>
            <p:cNvSpPr/>
            <p:nvPr/>
          </p:nvSpPr>
          <p:spPr>
            <a:xfrm>
              <a:off x="6743065" y="286702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3" name="矩形 191">
              <a:extLst>
                <a:ext uri="{FF2B5EF4-FFF2-40B4-BE49-F238E27FC236}">
                  <a16:creationId xmlns:a16="http://schemas.microsoft.com/office/drawing/2014/main" id="{71F037D9-8DE9-0646-0394-252CB7292792}"/>
                </a:ext>
              </a:extLst>
            </p:cNvPr>
            <p:cNvSpPr/>
            <p:nvPr/>
          </p:nvSpPr>
          <p:spPr>
            <a:xfrm>
              <a:off x="692340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4" name="矩形 192">
              <a:extLst>
                <a:ext uri="{FF2B5EF4-FFF2-40B4-BE49-F238E27FC236}">
                  <a16:creationId xmlns:a16="http://schemas.microsoft.com/office/drawing/2014/main" id="{D5F7B605-AB1C-F31F-BF51-66E5ED9C4105}"/>
                </a:ext>
              </a:extLst>
            </p:cNvPr>
            <p:cNvSpPr/>
            <p:nvPr/>
          </p:nvSpPr>
          <p:spPr>
            <a:xfrm>
              <a:off x="710311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5" name="矩形 193">
              <a:extLst>
                <a:ext uri="{FF2B5EF4-FFF2-40B4-BE49-F238E27FC236}">
                  <a16:creationId xmlns:a16="http://schemas.microsoft.com/office/drawing/2014/main" id="{1CFD18CC-C88F-9DF1-8453-A3AC7D63D38C}"/>
                </a:ext>
              </a:extLst>
            </p:cNvPr>
            <p:cNvSpPr/>
            <p:nvPr/>
          </p:nvSpPr>
          <p:spPr>
            <a:xfrm>
              <a:off x="728345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6" name="矩形 194">
              <a:extLst>
                <a:ext uri="{FF2B5EF4-FFF2-40B4-BE49-F238E27FC236}">
                  <a16:creationId xmlns:a16="http://schemas.microsoft.com/office/drawing/2014/main" id="{82F1BCCF-5676-0707-5704-E96664A22AE1}"/>
                </a:ext>
              </a:extLst>
            </p:cNvPr>
            <p:cNvSpPr/>
            <p:nvPr/>
          </p:nvSpPr>
          <p:spPr>
            <a:xfrm>
              <a:off x="6743065" y="304673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7" name="矩形 195">
              <a:extLst>
                <a:ext uri="{FF2B5EF4-FFF2-40B4-BE49-F238E27FC236}">
                  <a16:creationId xmlns:a16="http://schemas.microsoft.com/office/drawing/2014/main" id="{7A804792-4530-FAE0-B2E1-430A36FB8267}"/>
                </a:ext>
              </a:extLst>
            </p:cNvPr>
            <p:cNvSpPr/>
            <p:nvPr/>
          </p:nvSpPr>
          <p:spPr>
            <a:xfrm>
              <a:off x="692340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矩形 196">
              <a:extLst>
                <a:ext uri="{FF2B5EF4-FFF2-40B4-BE49-F238E27FC236}">
                  <a16:creationId xmlns:a16="http://schemas.microsoft.com/office/drawing/2014/main" id="{6110E212-ED29-6B6C-0930-18F9F83F18D0}"/>
                </a:ext>
              </a:extLst>
            </p:cNvPr>
            <p:cNvSpPr/>
            <p:nvPr/>
          </p:nvSpPr>
          <p:spPr>
            <a:xfrm>
              <a:off x="710311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矩形 197">
              <a:extLst>
                <a:ext uri="{FF2B5EF4-FFF2-40B4-BE49-F238E27FC236}">
                  <a16:creationId xmlns:a16="http://schemas.microsoft.com/office/drawing/2014/main" id="{FDA6B469-D3E8-8819-219D-33657792B581}"/>
                </a:ext>
              </a:extLst>
            </p:cNvPr>
            <p:cNvSpPr/>
            <p:nvPr/>
          </p:nvSpPr>
          <p:spPr>
            <a:xfrm>
              <a:off x="728345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0" name="矩形 198">
              <a:extLst>
                <a:ext uri="{FF2B5EF4-FFF2-40B4-BE49-F238E27FC236}">
                  <a16:creationId xmlns:a16="http://schemas.microsoft.com/office/drawing/2014/main" id="{B65FF440-F1CB-F454-AAC2-72A1DBC6E041}"/>
                </a:ext>
              </a:extLst>
            </p:cNvPr>
            <p:cNvSpPr/>
            <p:nvPr/>
          </p:nvSpPr>
          <p:spPr>
            <a:xfrm>
              <a:off x="6743065" y="322707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1" name="矩形 199">
              <a:extLst>
                <a:ext uri="{FF2B5EF4-FFF2-40B4-BE49-F238E27FC236}">
                  <a16:creationId xmlns:a16="http://schemas.microsoft.com/office/drawing/2014/main" id="{79B59452-0026-1305-12EE-9091AA2C7896}"/>
                </a:ext>
              </a:extLst>
            </p:cNvPr>
            <p:cNvSpPr/>
            <p:nvPr/>
          </p:nvSpPr>
          <p:spPr>
            <a:xfrm>
              <a:off x="692340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2" name="矩形 200">
              <a:extLst>
                <a:ext uri="{FF2B5EF4-FFF2-40B4-BE49-F238E27FC236}">
                  <a16:creationId xmlns:a16="http://schemas.microsoft.com/office/drawing/2014/main" id="{E4938393-F5D9-0A3C-9470-A6223378D5A5}"/>
                </a:ext>
              </a:extLst>
            </p:cNvPr>
            <p:cNvSpPr/>
            <p:nvPr/>
          </p:nvSpPr>
          <p:spPr>
            <a:xfrm>
              <a:off x="710311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3" name="矩形 201">
              <a:extLst>
                <a:ext uri="{FF2B5EF4-FFF2-40B4-BE49-F238E27FC236}">
                  <a16:creationId xmlns:a16="http://schemas.microsoft.com/office/drawing/2014/main" id="{F3989F4F-2E82-FF23-310F-416A4DCB4FAE}"/>
                </a:ext>
              </a:extLst>
            </p:cNvPr>
            <p:cNvSpPr/>
            <p:nvPr/>
          </p:nvSpPr>
          <p:spPr>
            <a:xfrm>
              <a:off x="728345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4" name="矩形 202">
              <a:extLst>
                <a:ext uri="{FF2B5EF4-FFF2-40B4-BE49-F238E27FC236}">
                  <a16:creationId xmlns:a16="http://schemas.microsoft.com/office/drawing/2014/main" id="{C1708716-1892-3F23-C4A7-40410015287D}"/>
                </a:ext>
              </a:extLst>
            </p:cNvPr>
            <p:cNvSpPr/>
            <p:nvPr/>
          </p:nvSpPr>
          <p:spPr>
            <a:xfrm>
              <a:off x="6031865" y="196659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15" name="组合 203">
              <a:extLst>
                <a:ext uri="{FF2B5EF4-FFF2-40B4-BE49-F238E27FC236}">
                  <a16:creationId xmlns:a16="http://schemas.microsoft.com/office/drawing/2014/main" id="{21023066-61BE-62EC-9CD7-58737F85E390}"/>
                </a:ext>
              </a:extLst>
            </p:cNvPr>
            <p:cNvGrpSpPr/>
            <p:nvPr/>
          </p:nvGrpSpPr>
          <p:grpSpPr>
            <a:xfrm>
              <a:off x="5874385" y="1813560"/>
              <a:ext cx="306070" cy="306070"/>
              <a:chOff x="1716741" y="1106108"/>
              <a:chExt cx="306000" cy="306000"/>
            </a:xfrm>
          </p:grpSpPr>
          <p:sp>
            <p:nvSpPr>
              <p:cNvPr id="216" name="椭圆 204">
                <a:extLst>
                  <a:ext uri="{FF2B5EF4-FFF2-40B4-BE49-F238E27FC236}">
                    <a16:creationId xmlns:a16="http://schemas.microsoft.com/office/drawing/2014/main" id="{360A576D-E9EB-5F28-DA57-5A837B15FC70}"/>
                  </a:ext>
                </a:extLst>
              </p:cNvPr>
              <p:cNvSpPr/>
              <p:nvPr/>
            </p:nvSpPr>
            <p:spPr>
              <a:xfrm>
                <a:off x="1716741" y="1106108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05">
                    <a:extLst>
                      <a:ext uri="{FF2B5EF4-FFF2-40B4-BE49-F238E27FC236}">
                        <a16:creationId xmlns:a16="http://schemas.microsoft.com/office/drawing/2014/main" id="{F30BB8C4-D893-CDFD-C52C-6E6617365C54}"/>
                      </a:ext>
                    </a:extLst>
                  </p:cNvPr>
                  <p:cNvSpPr txBox="1"/>
                  <p:nvPr/>
                </p:nvSpPr>
                <p:spPr>
                  <a:xfrm>
                    <a:off x="1783179" y="1151386"/>
                    <a:ext cx="17312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9页"/>
          <p:cNvGrpSpPr/>
          <p:nvPr/>
        </p:nvGrpSpPr>
        <p:grpSpPr>
          <a:xfrm>
            <a:off x="4142581" y="2220722"/>
            <a:ext cx="3906837" cy="3902456"/>
            <a:chOff x="4074795" y="1813560"/>
            <a:chExt cx="3397250" cy="3393440"/>
          </a:xfrm>
        </p:grpSpPr>
        <p:sp>
          <p:nvSpPr>
            <p:cNvPr id="14" name="矩形 1">
              <a:extLst>
                <a:ext uri="{FF2B5EF4-FFF2-40B4-BE49-F238E27FC236}">
                  <a16:creationId xmlns:a16="http://schemas.microsoft.com/office/drawing/2014/main" id="{620467C3-333A-B1FD-6C94-C36A75BAA7F4}"/>
                </a:ext>
              </a:extLst>
            </p:cNvPr>
            <p:cNvSpPr/>
            <p:nvPr/>
          </p:nvSpPr>
          <p:spPr>
            <a:xfrm>
              <a:off x="602869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矩形 3">
              <a:extLst>
                <a:ext uri="{FF2B5EF4-FFF2-40B4-BE49-F238E27FC236}">
                  <a16:creationId xmlns:a16="http://schemas.microsoft.com/office/drawing/2014/main" id="{81CAA064-6B97-05EE-1ADC-ECA7C8D7AB9F}"/>
                </a:ext>
              </a:extLst>
            </p:cNvPr>
            <p:cNvSpPr/>
            <p:nvPr/>
          </p:nvSpPr>
          <p:spPr>
            <a:xfrm>
              <a:off x="620903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46916A8B-70F6-35A1-165A-7A4E50E1B4C4}"/>
                </a:ext>
              </a:extLst>
            </p:cNvPr>
            <p:cNvSpPr/>
            <p:nvPr/>
          </p:nvSpPr>
          <p:spPr>
            <a:xfrm>
              <a:off x="638873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5">
              <a:extLst>
                <a:ext uri="{FF2B5EF4-FFF2-40B4-BE49-F238E27FC236}">
                  <a16:creationId xmlns:a16="http://schemas.microsoft.com/office/drawing/2014/main" id="{DED5757C-8EC7-6B54-3E30-168798653237}"/>
                </a:ext>
              </a:extLst>
            </p:cNvPr>
            <p:cNvSpPr/>
            <p:nvPr/>
          </p:nvSpPr>
          <p:spPr>
            <a:xfrm>
              <a:off x="656907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7">
              <a:extLst>
                <a:ext uri="{FF2B5EF4-FFF2-40B4-BE49-F238E27FC236}">
                  <a16:creationId xmlns:a16="http://schemas.microsoft.com/office/drawing/2014/main" id="{27F3C74E-A0D0-8E51-88F4-E4ABEC95AC15}"/>
                </a:ext>
              </a:extLst>
            </p:cNvPr>
            <p:cNvSpPr/>
            <p:nvPr/>
          </p:nvSpPr>
          <p:spPr>
            <a:xfrm>
              <a:off x="602869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8">
              <a:extLst>
                <a:ext uri="{FF2B5EF4-FFF2-40B4-BE49-F238E27FC236}">
                  <a16:creationId xmlns:a16="http://schemas.microsoft.com/office/drawing/2014/main" id="{0749B2C9-73DE-EB01-4E20-23EDE5A7F24F}"/>
                </a:ext>
              </a:extLst>
            </p:cNvPr>
            <p:cNvSpPr/>
            <p:nvPr/>
          </p:nvSpPr>
          <p:spPr>
            <a:xfrm>
              <a:off x="620903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矩形 9">
              <a:extLst>
                <a:ext uri="{FF2B5EF4-FFF2-40B4-BE49-F238E27FC236}">
                  <a16:creationId xmlns:a16="http://schemas.microsoft.com/office/drawing/2014/main" id="{BFE1A9A2-BD2A-CD74-ACD6-36826C77C2FB}"/>
                </a:ext>
              </a:extLst>
            </p:cNvPr>
            <p:cNvSpPr/>
            <p:nvPr/>
          </p:nvSpPr>
          <p:spPr>
            <a:xfrm>
              <a:off x="638873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矩形 10">
              <a:extLst>
                <a:ext uri="{FF2B5EF4-FFF2-40B4-BE49-F238E27FC236}">
                  <a16:creationId xmlns:a16="http://schemas.microsoft.com/office/drawing/2014/main" id="{0FB3A7A6-9785-2EAB-D0B3-19EA05E2BD10}"/>
                </a:ext>
              </a:extLst>
            </p:cNvPr>
            <p:cNvSpPr/>
            <p:nvPr/>
          </p:nvSpPr>
          <p:spPr>
            <a:xfrm>
              <a:off x="656907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矩形 11">
              <a:extLst>
                <a:ext uri="{FF2B5EF4-FFF2-40B4-BE49-F238E27FC236}">
                  <a16:creationId xmlns:a16="http://schemas.microsoft.com/office/drawing/2014/main" id="{5298A273-D44A-5496-1653-30DFFECD74A3}"/>
                </a:ext>
              </a:extLst>
            </p:cNvPr>
            <p:cNvSpPr/>
            <p:nvPr/>
          </p:nvSpPr>
          <p:spPr>
            <a:xfrm>
              <a:off x="602869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矩形 12">
              <a:extLst>
                <a:ext uri="{FF2B5EF4-FFF2-40B4-BE49-F238E27FC236}">
                  <a16:creationId xmlns:a16="http://schemas.microsoft.com/office/drawing/2014/main" id="{335D3E17-0EA5-2CFC-AB95-BE3136D7A465}"/>
                </a:ext>
              </a:extLst>
            </p:cNvPr>
            <p:cNvSpPr/>
            <p:nvPr/>
          </p:nvSpPr>
          <p:spPr>
            <a:xfrm>
              <a:off x="620903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矩形 13">
              <a:extLst>
                <a:ext uri="{FF2B5EF4-FFF2-40B4-BE49-F238E27FC236}">
                  <a16:creationId xmlns:a16="http://schemas.microsoft.com/office/drawing/2014/main" id="{397D39FB-23B0-59C9-EDCC-E84669390C49}"/>
                </a:ext>
              </a:extLst>
            </p:cNvPr>
            <p:cNvSpPr/>
            <p:nvPr/>
          </p:nvSpPr>
          <p:spPr>
            <a:xfrm>
              <a:off x="638873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" name="矩形 14">
              <a:extLst>
                <a:ext uri="{FF2B5EF4-FFF2-40B4-BE49-F238E27FC236}">
                  <a16:creationId xmlns:a16="http://schemas.microsoft.com/office/drawing/2014/main" id="{9F832D30-2A72-5157-71C7-7C669B924D32}"/>
                </a:ext>
              </a:extLst>
            </p:cNvPr>
            <p:cNvSpPr/>
            <p:nvPr/>
          </p:nvSpPr>
          <p:spPr>
            <a:xfrm>
              <a:off x="656907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" name="矩形 15">
              <a:extLst>
                <a:ext uri="{FF2B5EF4-FFF2-40B4-BE49-F238E27FC236}">
                  <a16:creationId xmlns:a16="http://schemas.microsoft.com/office/drawing/2014/main" id="{693F6C01-9ADA-ECAD-84AF-B2ABD3AA2BBD}"/>
                </a:ext>
              </a:extLst>
            </p:cNvPr>
            <p:cNvSpPr/>
            <p:nvPr/>
          </p:nvSpPr>
          <p:spPr>
            <a:xfrm>
              <a:off x="602869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16">
              <a:extLst>
                <a:ext uri="{FF2B5EF4-FFF2-40B4-BE49-F238E27FC236}">
                  <a16:creationId xmlns:a16="http://schemas.microsoft.com/office/drawing/2014/main" id="{B90C4CD0-BD76-CD31-3F68-16159D9C476C}"/>
                </a:ext>
              </a:extLst>
            </p:cNvPr>
            <p:cNvSpPr/>
            <p:nvPr/>
          </p:nvSpPr>
          <p:spPr>
            <a:xfrm>
              <a:off x="620903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17">
              <a:extLst>
                <a:ext uri="{FF2B5EF4-FFF2-40B4-BE49-F238E27FC236}">
                  <a16:creationId xmlns:a16="http://schemas.microsoft.com/office/drawing/2014/main" id="{A941F881-07E9-E950-A795-3D1127671955}"/>
                </a:ext>
              </a:extLst>
            </p:cNvPr>
            <p:cNvSpPr/>
            <p:nvPr/>
          </p:nvSpPr>
          <p:spPr>
            <a:xfrm>
              <a:off x="638873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矩形 18">
              <a:extLst>
                <a:ext uri="{FF2B5EF4-FFF2-40B4-BE49-F238E27FC236}">
                  <a16:creationId xmlns:a16="http://schemas.microsoft.com/office/drawing/2014/main" id="{3E5ADE50-9A8D-0D8B-8857-385A02E71AD8}"/>
                </a:ext>
              </a:extLst>
            </p:cNvPr>
            <p:cNvSpPr/>
            <p:nvPr/>
          </p:nvSpPr>
          <p:spPr>
            <a:xfrm>
              <a:off x="656907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" name="矩形 19">
              <a:extLst>
                <a:ext uri="{FF2B5EF4-FFF2-40B4-BE49-F238E27FC236}">
                  <a16:creationId xmlns:a16="http://schemas.microsoft.com/office/drawing/2014/main" id="{2C99CAB8-E58A-A830-0BD2-8027B34BFF27}"/>
                </a:ext>
              </a:extLst>
            </p:cNvPr>
            <p:cNvSpPr/>
            <p:nvPr/>
          </p:nvSpPr>
          <p:spPr>
            <a:xfrm>
              <a:off x="674878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矩形 20">
              <a:extLst>
                <a:ext uri="{FF2B5EF4-FFF2-40B4-BE49-F238E27FC236}">
                  <a16:creationId xmlns:a16="http://schemas.microsoft.com/office/drawing/2014/main" id="{92F079C1-874A-DBB2-BEE5-986493F27DCD}"/>
                </a:ext>
              </a:extLst>
            </p:cNvPr>
            <p:cNvSpPr/>
            <p:nvPr/>
          </p:nvSpPr>
          <p:spPr>
            <a:xfrm>
              <a:off x="692912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2" name="矩形 21">
              <a:extLst>
                <a:ext uri="{FF2B5EF4-FFF2-40B4-BE49-F238E27FC236}">
                  <a16:creationId xmlns:a16="http://schemas.microsoft.com/office/drawing/2014/main" id="{33B9C9EF-3058-1150-5720-DAE264673051}"/>
                </a:ext>
              </a:extLst>
            </p:cNvPr>
            <p:cNvSpPr/>
            <p:nvPr/>
          </p:nvSpPr>
          <p:spPr>
            <a:xfrm>
              <a:off x="710882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3" name="矩形 22">
              <a:extLst>
                <a:ext uri="{FF2B5EF4-FFF2-40B4-BE49-F238E27FC236}">
                  <a16:creationId xmlns:a16="http://schemas.microsoft.com/office/drawing/2014/main" id="{7EB07607-55FF-7A7C-9DB7-23A407A4AA55}"/>
                </a:ext>
              </a:extLst>
            </p:cNvPr>
            <p:cNvSpPr/>
            <p:nvPr/>
          </p:nvSpPr>
          <p:spPr>
            <a:xfrm>
              <a:off x="728916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4" name="矩形 23">
              <a:extLst>
                <a:ext uri="{FF2B5EF4-FFF2-40B4-BE49-F238E27FC236}">
                  <a16:creationId xmlns:a16="http://schemas.microsoft.com/office/drawing/2014/main" id="{D2C5F0BA-8200-A03F-CA8D-4258CE0F24CD}"/>
                </a:ext>
              </a:extLst>
            </p:cNvPr>
            <p:cNvSpPr/>
            <p:nvPr/>
          </p:nvSpPr>
          <p:spPr>
            <a:xfrm>
              <a:off x="674878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24">
              <a:extLst>
                <a:ext uri="{FF2B5EF4-FFF2-40B4-BE49-F238E27FC236}">
                  <a16:creationId xmlns:a16="http://schemas.microsoft.com/office/drawing/2014/main" id="{6B9C6479-3379-4A05-7DA6-3D9213B41B1C}"/>
                </a:ext>
              </a:extLst>
            </p:cNvPr>
            <p:cNvSpPr/>
            <p:nvPr/>
          </p:nvSpPr>
          <p:spPr>
            <a:xfrm>
              <a:off x="692912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25">
              <a:extLst>
                <a:ext uri="{FF2B5EF4-FFF2-40B4-BE49-F238E27FC236}">
                  <a16:creationId xmlns:a16="http://schemas.microsoft.com/office/drawing/2014/main" id="{A6048CED-A5AD-FC6B-11E1-EB4EF0458A95}"/>
                </a:ext>
              </a:extLst>
            </p:cNvPr>
            <p:cNvSpPr/>
            <p:nvPr/>
          </p:nvSpPr>
          <p:spPr>
            <a:xfrm>
              <a:off x="710882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7" name="矩形 26">
              <a:extLst>
                <a:ext uri="{FF2B5EF4-FFF2-40B4-BE49-F238E27FC236}">
                  <a16:creationId xmlns:a16="http://schemas.microsoft.com/office/drawing/2014/main" id="{C4E0E329-4493-12D7-DEAC-5030DEC6C7FB}"/>
                </a:ext>
              </a:extLst>
            </p:cNvPr>
            <p:cNvSpPr/>
            <p:nvPr/>
          </p:nvSpPr>
          <p:spPr>
            <a:xfrm>
              <a:off x="728916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8" name="矩形 27">
              <a:extLst>
                <a:ext uri="{FF2B5EF4-FFF2-40B4-BE49-F238E27FC236}">
                  <a16:creationId xmlns:a16="http://schemas.microsoft.com/office/drawing/2014/main" id="{7BCA08CA-60A0-064E-E8B8-2C2778AC983D}"/>
                </a:ext>
              </a:extLst>
            </p:cNvPr>
            <p:cNvSpPr/>
            <p:nvPr/>
          </p:nvSpPr>
          <p:spPr>
            <a:xfrm>
              <a:off x="6927850" y="4125595"/>
              <a:ext cx="180340" cy="18034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28">
              <a:extLst>
                <a:ext uri="{FF2B5EF4-FFF2-40B4-BE49-F238E27FC236}">
                  <a16:creationId xmlns:a16="http://schemas.microsoft.com/office/drawing/2014/main" id="{475C6852-7EFC-EA20-16D4-8055CE97B61C}"/>
                </a:ext>
              </a:extLst>
            </p:cNvPr>
            <p:cNvSpPr/>
            <p:nvPr/>
          </p:nvSpPr>
          <p:spPr>
            <a:xfrm>
              <a:off x="6749415" y="412559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" name="矩形 29">
              <a:extLst>
                <a:ext uri="{FF2B5EF4-FFF2-40B4-BE49-F238E27FC236}">
                  <a16:creationId xmlns:a16="http://schemas.microsoft.com/office/drawing/2014/main" id="{395F2B7A-EC8C-155A-F58C-7F26A37FCCFE}"/>
                </a:ext>
              </a:extLst>
            </p:cNvPr>
            <p:cNvSpPr/>
            <p:nvPr/>
          </p:nvSpPr>
          <p:spPr>
            <a:xfrm>
              <a:off x="710882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" name="矩形 30">
              <a:extLst>
                <a:ext uri="{FF2B5EF4-FFF2-40B4-BE49-F238E27FC236}">
                  <a16:creationId xmlns:a16="http://schemas.microsoft.com/office/drawing/2014/main" id="{8B85E3EC-9C65-E405-DB53-5DA917A3B1C8}"/>
                </a:ext>
              </a:extLst>
            </p:cNvPr>
            <p:cNvSpPr/>
            <p:nvPr/>
          </p:nvSpPr>
          <p:spPr>
            <a:xfrm>
              <a:off x="728916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2" name="矩形 31">
              <a:extLst>
                <a:ext uri="{FF2B5EF4-FFF2-40B4-BE49-F238E27FC236}">
                  <a16:creationId xmlns:a16="http://schemas.microsoft.com/office/drawing/2014/main" id="{D88925E2-95B6-E13C-167E-748EA46AAB03}"/>
                </a:ext>
              </a:extLst>
            </p:cNvPr>
            <p:cNvSpPr/>
            <p:nvPr/>
          </p:nvSpPr>
          <p:spPr>
            <a:xfrm>
              <a:off x="674941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3" name="矩形 32">
              <a:extLst>
                <a:ext uri="{FF2B5EF4-FFF2-40B4-BE49-F238E27FC236}">
                  <a16:creationId xmlns:a16="http://schemas.microsoft.com/office/drawing/2014/main" id="{4D0B1D96-B185-0968-1A88-EF7EFC1C4819}"/>
                </a:ext>
              </a:extLst>
            </p:cNvPr>
            <p:cNvSpPr/>
            <p:nvPr/>
          </p:nvSpPr>
          <p:spPr>
            <a:xfrm>
              <a:off x="6929755" y="430593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4" name="矩形 33">
              <a:extLst>
                <a:ext uri="{FF2B5EF4-FFF2-40B4-BE49-F238E27FC236}">
                  <a16:creationId xmlns:a16="http://schemas.microsoft.com/office/drawing/2014/main" id="{F4BB0FB7-7252-A794-4367-1A030D0E5ADC}"/>
                </a:ext>
              </a:extLst>
            </p:cNvPr>
            <p:cNvSpPr/>
            <p:nvPr/>
          </p:nvSpPr>
          <p:spPr>
            <a:xfrm>
              <a:off x="710882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5" name="矩形 34">
              <a:extLst>
                <a:ext uri="{FF2B5EF4-FFF2-40B4-BE49-F238E27FC236}">
                  <a16:creationId xmlns:a16="http://schemas.microsoft.com/office/drawing/2014/main" id="{0AAA1341-58DF-7393-1AB3-9E6D80FC6906}"/>
                </a:ext>
              </a:extLst>
            </p:cNvPr>
            <p:cNvSpPr/>
            <p:nvPr/>
          </p:nvSpPr>
          <p:spPr>
            <a:xfrm>
              <a:off x="728916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矩形 35">
              <a:extLst>
                <a:ext uri="{FF2B5EF4-FFF2-40B4-BE49-F238E27FC236}">
                  <a16:creationId xmlns:a16="http://schemas.microsoft.com/office/drawing/2014/main" id="{F2F10F4F-6009-33C0-F1B9-BEACA8CFB8DF}"/>
                </a:ext>
              </a:extLst>
            </p:cNvPr>
            <p:cNvSpPr/>
            <p:nvPr/>
          </p:nvSpPr>
          <p:spPr>
            <a:xfrm>
              <a:off x="602869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矩形 36">
              <a:extLst>
                <a:ext uri="{FF2B5EF4-FFF2-40B4-BE49-F238E27FC236}">
                  <a16:creationId xmlns:a16="http://schemas.microsoft.com/office/drawing/2014/main" id="{737E025B-5C8C-118B-42DA-6B6A03052B74}"/>
                </a:ext>
              </a:extLst>
            </p:cNvPr>
            <p:cNvSpPr/>
            <p:nvPr/>
          </p:nvSpPr>
          <p:spPr>
            <a:xfrm>
              <a:off x="620903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矩形 37">
              <a:extLst>
                <a:ext uri="{FF2B5EF4-FFF2-40B4-BE49-F238E27FC236}">
                  <a16:creationId xmlns:a16="http://schemas.microsoft.com/office/drawing/2014/main" id="{FAF98516-9D8D-B936-322C-B821CB224BF6}"/>
                </a:ext>
              </a:extLst>
            </p:cNvPr>
            <p:cNvSpPr/>
            <p:nvPr/>
          </p:nvSpPr>
          <p:spPr>
            <a:xfrm>
              <a:off x="638873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矩形 38">
              <a:extLst>
                <a:ext uri="{FF2B5EF4-FFF2-40B4-BE49-F238E27FC236}">
                  <a16:creationId xmlns:a16="http://schemas.microsoft.com/office/drawing/2014/main" id="{BFE6EE30-D35B-765E-C9AF-8CAB357B7599}"/>
                </a:ext>
              </a:extLst>
            </p:cNvPr>
            <p:cNvSpPr/>
            <p:nvPr/>
          </p:nvSpPr>
          <p:spPr>
            <a:xfrm>
              <a:off x="656907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矩形 39">
              <a:extLst>
                <a:ext uri="{FF2B5EF4-FFF2-40B4-BE49-F238E27FC236}">
                  <a16:creationId xmlns:a16="http://schemas.microsoft.com/office/drawing/2014/main" id="{1AE28912-8002-5266-5E4C-88967E3EB4BF}"/>
                </a:ext>
              </a:extLst>
            </p:cNvPr>
            <p:cNvSpPr/>
            <p:nvPr/>
          </p:nvSpPr>
          <p:spPr>
            <a:xfrm>
              <a:off x="602869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" name="矩形 40">
              <a:extLst>
                <a:ext uri="{FF2B5EF4-FFF2-40B4-BE49-F238E27FC236}">
                  <a16:creationId xmlns:a16="http://schemas.microsoft.com/office/drawing/2014/main" id="{BD094CBD-D444-290B-B49B-5D9F39ACD3B8}"/>
                </a:ext>
              </a:extLst>
            </p:cNvPr>
            <p:cNvSpPr/>
            <p:nvPr/>
          </p:nvSpPr>
          <p:spPr>
            <a:xfrm>
              <a:off x="620903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" name="矩形 41">
              <a:extLst>
                <a:ext uri="{FF2B5EF4-FFF2-40B4-BE49-F238E27FC236}">
                  <a16:creationId xmlns:a16="http://schemas.microsoft.com/office/drawing/2014/main" id="{39AEDC80-5235-ECF7-6F07-4B826DD2007A}"/>
                </a:ext>
              </a:extLst>
            </p:cNvPr>
            <p:cNvSpPr/>
            <p:nvPr/>
          </p:nvSpPr>
          <p:spPr>
            <a:xfrm>
              <a:off x="638873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3" name="矩形 42">
              <a:extLst>
                <a:ext uri="{FF2B5EF4-FFF2-40B4-BE49-F238E27FC236}">
                  <a16:creationId xmlns:a16="http://schemas.microsoft.com/office/drawing/2014/main" id="{6106EA22-6D29-B7D6-6779-A83E8A10FAF9}"/>
                </a:ext>
              </a:extLst>
            </p:cNvPr>
            <p:cNvSpPr/>
            <p:nvPr/>
          </p:nvSpPr>
          <p:spPr>
            <a:xfrm>
              <a:off x="656907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4" name="矩形 43">
              <a:extLst>
                <a:ext uri="{FF2B5EF4-FFF2-40B4-BE49-F238E27FC236}">
                  <a16:creationId xmlns:a16="http://schemas.microsoft.com/office/drawing/2014/main" id="{6DD2069F-5B43-066D-4138-0C8FB1AFA25E}"/>
                </a:ext>
              </a:extLst>
            </p:cNvPr>
            <p:cNvSpPr/>
            <p:nvPr/>
          </p:nvSpPr>
          <p:spPr>
            <a:xfrm>
              <a:off x="602869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" name="矩形 44">
              <a:extLst>
                <a:ext uri="{FF2B5EF4-FFF2-40B4-BE49-F238E27FC236}">
                  <a16:creationId xmlns:a16="http://schemas.microsoft.com/office/drawing/2014/main" id="{BA33B519-1448-8E38-A199-9E4121B2DABD}"/>
                </a:ext>
              </a:extLst>
            </p:cNvPr>
            <p:cNvSpPr/>
            <p:nvPr/>
          </p:nvSpPr>
          <p:spPr>
            <a:xfrm>
              <a:off x="620903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" name="矩形 45">
              <a:extLst>
                <a:ext uri="{FF2B5EF4-FFF2-40B4-BE49-F238E27FC236}">
                  <a16:creationId xmlns:a16="http://schemas.microsoft.com/office/drawing/2014/main" id="{38B940C2-9DF7-39F5-363B-9549C32F9D55}"/>
                </a:ext>
              </a:extLst>
            </p:cNvPr>
            <p:cNvSpPr/>
            <p:nvPr/>
          </p:nvSpPr>
          <p:spPr>
            <a:xfrm>
              <a:off x="638873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7" name="矩形 46">
              <a:extLst>
                <a:ext uri="{FF2B5EF4-FFF2-40B4-BE49-F238E27FC236}">
                  <a16:creationId xmlns:a16="http://schemas.microsoft.com/office/drawing/2014/main" id="{48A4F028-050B-B896-7E39-535CB6998AD1}"/>
                </a:ext>
              </a:extLst>
            </p:cNvPr>
            <p:cNvSpPr/>
            <p:nvPr/>
          </p:nvSpPr>
          <p:spPr>
            <a:xfrm>
              <a:off x="656907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" name="矩形 47">
              <a:extLst>
                <a:ext uri="{FF2B5EF4-FFF2-40B4-BE49-F238E27FC236}">
                  <a16:creationId xmlns:a16="http://schemas.microsoft.com/office/drawing/2014/main" id="{6448771B-FCA0-936B-BE14-4F8B4ADE090C}"/>
                </a:ext>
              </a:extLst>
            </p:cNvPr>
            <p:cNvSpPr/>
            <p:nvPr/>
          </p:nvSpPr>
          <p:spPr>
            <a:xfrm>
              <a:off x="602869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" name="矩形 48">
              <a:extLst>
                <a:ext uri="{FF2B5EF4-FFF2-40B4-BE49-F238E27FC236}">
                  <a16:creationId xmlns:a16="http://schemas.microsoft.com/office/drawing/2014/main" id="{23BFFCC4-47B1-F3C7-2C6A-DB05A4EC029E}"/>
                </a:ext>
              </a:extLst>
            </p:cNvPr>
            <p:cNvSpPr/>
            <p:nvPr/>
          </p:nvSpPr>
          <p:spPr>
            <a:xfrm>
              <a:off x="620903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0" name="矩形 49">
              <a:extLst>
                <a:ext uri="{FF2B5EF4-FFF2-40B4-BE49-F238E27FC236}">
                  <a16:creationId xmlns:a16="http://schemas.microsoft.com/office/drawing/2014/main" id="{6D5DAE6E-B53E-9231-1578-4B5B2C7787AB}"/>
                </a:ext>
              </a:extLst>
            </p:cNvPr>
            <p:cNvSpPr/>
            <p:nvPr/>
          </p:nvSpPr>
          <p:spPr>
            <a:xfrm>
              <a:off x="638873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1" name="矩形 50">
              <a:extLst>
                <a:ext uri="{FF2B5EF4-FFF2-40B4-BE49-F238E27FC236}">
                  <a16:creationId xmlns:a16="http://schemas.microsoft.com/office/drawing/2014/main" id="{D9680EC6-4360-0557-60E5-958E6942532F}"/>
                </a:ext>
              </a:extLst>
            </p:cNvPr>
            <p:cNvSpPr/>
            <p:nvPr/>
          </p:nvSpPr>
          <p:spPr>
            <a:xfrm>
              <a:off x="656907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2" name="矩形 51">
              <a:extLst>
                <a:ext uri="{FF2B5EF4-FFF2-40B4-BE49-F238E27FC236}">
                  <a16:creationId xmlns:a16="http://schemas.microsoft.com/office/drawing/2014/main" id="{B4A31B82-15AD-242C-234A-DB6961EEB520}"/>
                </a:ext>
              </a:extLst>
            </p:cNvPr>
            <p:cNvSpPr/>
            <p:nvPr/>
          </p:nvSpPr>
          <p:spPr>
            <a:xfrm>
              <a:off x="674941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3" name="矩形 52">
              <a:extLst>
                <a:ext uri="{FF2B5EF4-FFF2-40B4-BE49-F238E27FC236}">
                  <a16:creationId xmlns:a16="http://schemas.microsoft.com/office/drawing/2014/main" id="{1D0FF52E-6193-1FC9-9E20-F8F8B7A44248}"/>
                </a:ext>
              </a:extLst>
            </p:cNvPr>
            <p:cNvSpPr/>
            <p:nvPr/>
          </p:nvSpPr>
          <p:spPr>
            <a:xfrm>
              <a:off x="692912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4" name="矩形 53">
              <a:extLst>
                <a:ext uri="{FF2B5EF4-FFF2-40B4-BE49-F238E27FC236}">
                  <a16:creationId xmlns:a16="http://schemas.microsoft.com/office/drawing/2014/main" id="{AE6F228A-32FC-463D-73DC-C8C4C2940FC8}"/>
                </a:ext>
              </a:extLst>
            </p:cNvPr>
            <p:cNvSpPr/>
            <p:nvPr/>
          </p:nvSpPr>
          <p:spPr>
            <a:xfrm>
              <a:off x="710882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5" name="矩形 54">
              <a:extLst>
                <a:ext uri="{FF2B5EF4-FFF2-40B4-BE49-F238E27FC236}">
                  <a16:creationId xmlns:a16="http://schemas.microsoft.com/office/drawing/2014/main" id="{974F3FD7-BF19-B46F-6DBA-5FD9E7BCACCD}"/>
                </a:ext>
              </a:extLst>
            </p:cNvPr>
            <p:cNvSpPr/>
            <p:nvPr/>
          </p:nvSpPr>
          <p:spPr>
            <a:xfrm>
              <a:off x="728916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55">
              <a:extLst>
                <a:ext uri="{FF2B5EF4-FFF2-40B4-BE49-F238E27FC236}">
                  <a16:creationId xmlns:a16="http://schemas.microsoft.com/office/drawing/2014/main" id="{E3242398-A706-3CA7-C2BB-5DA60E3C9DC4}"/>
                </a:ext>
              </a:extLst>
            </p:cNvPr>
            <p:cNvSpPr/>
            <p:nvPr/>
          </p:nvSpPr>
          <p:spPr>
            <a:xfrm>
              <a:off x="674941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矩形 56">
              <a:extLst>
                <a:ext uri="{FF2B5EF4-FFF2-40B4-BE49-F238E27FC236}">
                  <a16:creationId xmlns:a16="http://schemas.microsoft.com/office/drawing/2014/main" id="{3C0651A2-A760-DC5D-D4EC-A6D4687DB967}"/>
                </a:ext>
              </a:extLst>
            </p:cNvPr>
            <p:cNvSpPr/>
            <p:nvPr/>
          </p:nvSpPr>
          <p:spPr>
            <a:xfrm>
              <a:off x="692912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" name="矩形 57">
              <a:extLst>
                <a:ext uri="{FF2B5EF4-FFF2-40B4-BE49-F238E27FC236}">
                  <a16:creationId xmlns:a16="http://schemas.microsoft.com/office/drawing/2014/main" id="{4F739413-6992-2FDE-E8C4-42FCAAD7447A}"/>
                </a:ext>
              </a:extLst>
            </p:cNvPr>
            <p:cNvSpPr/>
            <p:nvPr/>
          </p:nvSpPr>
          <p:spPr>
            <a:xfrm>
              <a:off x="710882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9" name="矩形 58">
              <a:extLst>
                <a:ext uri="{FF2B5EF4-FFF2-40B4-BE49-F238E27FC236}">
                  <a16:creationId xmlns:a16="http://schemas.microsoft.com/office/drawing/2014/main" id="{08509C17-0BA7-1E06-7EF3-69B97A32B459}"/>
                </a:ext>
              </a:extLst>
            </p:cNvPr>
            <p:cNvSpPr/>
            <p:nvPr/>
          </p:nvSpPr>
          <p:spPr>
            <a:xfrm>
              <a:off x="728916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0" name="矩形 59">
              <a:extLst>
                <a:ext uri="{FF2B5EF4-FFF2-40B4-BE49-F238E27FC236}">
                  <a16:creationId xmlns:a16="http://schemas.microsoft.com/office/drawing/2014/main" id="{53C15769-CB09-24AF-840A-92CA46378CBB}"/>
                </a:ext>
              </a:extLst>
            </p:cNvPr>
            <p:cNvSpPr/>
            <p:nvPr/>
          </p:nvSpPr>
          <p:spPr>
            <a:xfrm>
              <a:off x="674941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1" name="矩形 60">
              <a:extLst>
                <a:ext uri="{FF2B5EF4-FFF2-40B4-BE49-F238E27FC236}">
                  <a16:creationId xmlns:a16="http://schemas.microsoft.com/office/drawing/2014/main" id="{506500E0-37A0-A0FE-3C75-A2D484008196}"/>
                </a:ext>
              </a:extLst>
            </p:cNvPr>
            <p:cNvSpPr/>
            <p:nvPr/>
          </p:nvSpPr>
          <p:spPr>
            <a:xfrm>
              <a:off x="692912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2" name="矩形 61">
              <a:extLst>
                <a:ext uri="{FF2B5EF4-FFF2-40B4-BE49-F238E27FC236}">
                  <a16:creationId xmlns:a16="http://schemas.microsoft.com/office/drawing/2014/main" id="{8B5D1745-D24D-9F98-995D-DF4D9BE66EBB}"/>
                </a:ext>
              </a:extLst>
            </p:cNvPr>
            <p:cNvSpPr/>
            <p:nvPr/>
          </p:nvSpPr>
          <p:spPr>
            <a:xfrm>
              <a:off x="710882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3" name="矩形 62">
              <a:extLst>
                <a:ext uri="{FF2B5EF4-FFF2-40B4-BE49-F238E27FC236}">
                  <a16:creationId xmlns:a16="http://schemas.microsoft.com/office/drawing/2014/main" id="{59A48AB5-3DFA-9AD4-8007-D5991D0F03D8}"/>
                </a:ext>
              </a:extLst>
            </p:cNvPr>
            <p:cNvSpPr/>
            <p:nvPr/>
          </p:nvSpPr>
          <p:spPr>
            <a:xfrm>
              <a:off x="728916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矩形 63">
              <a:extLst>
                <a:ext uri="{FF2B5EF4-FFF2-40B4-BE49-F238E27FC236}">
                  <a16:creationId xmlns:a16="http://schemas.microsoft.com/office/drawing/2014/main" id="{E201C22E-6C3C-E1B7-AE7F-4248D9768B61}"/>
                </a:ext>
              </a:extLst>
            </p:cNvPr>
            <p:cNvSpPr/>
            <p:nvPr/>
          </p:nvSpPr>
          <p:spPr>
            <a:xfrm>
              <a:off x="674941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5" name="矩形 64">
              <a:extLst>
                <a:ext uri="{FF2B5EF4-FFF2-40B4-BE49-F238E27FC236}">
                  <a16:creationId xmlns:a16="http://schemas.microsoft.com/office/drawing/2014/main" id="{D4276077-158F-9F26-51E0-8D1BD533FF3E}"/>
                </a:ext>
              </a:extLst>
            </p:cNvPr>
            <p:cNvSpPr/>
            <p:nvPr/>
          </p:nvSpPr>
          <p:spPr>
            <a:xfrm>
              <a:off x="692912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6" name="矩形 65">
              <a:extLst>
                <a:ext uri="{FF2B5EF4-FFF2-40B4-BE49-F238E27FC236}">
                  <a16:creationId xmlns:a16="http://schemas.microsoft.com/office/drawing/2014/main" id="{7F22E7AB-1ED9-8193-1F17-A3BD0D5C561B}"/>
                </a:ext>
              </a:extLst>
            </p:cNvPr>
            <p:cNvSpPr/>
            <p:nvPr/>
          </p:nvSpPr>
          <p:spPr>
            <a:xfrm>
              <a:off x="710882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7" name="矩形 66">
              <a:extLst>
                <a:ext uri="{FF2B5EF4-FFF2-40B4-BE49-F238E27FC236}">
                  <a16:creationId xmlns:a16="http://schemas.microsoft.com/office/drawing/2014/main" id="{36B9CBBE-150D-B286-8AC8-E88AB2F6D481}"/>
                </a:ext>
              </a:extLst>
            </p:cNvPr>
            <p:cNvSpPr/>
            <p:nvPr/>
          </p:nvSpPr>
          <p:spPr>
            <a:xfrm>
              <a:off x="728916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8" name="矩形 67">
              <a:extLst>
                <a:ext uri="{FF2B5EF4-FFF2-40B4-BE49-F238E27FC236}">
                  <a16:creationId xmlns:a16="http://schemas.microsoft.com/office/drawing/2014/main" id="{48C05528-D2A9-A3C4-7E33-D49DA21DF240}"/>
                </a:ext>
              </a:extLst>
            </p:cNvPr>
            <p:cNvSpPr/>
            <p:nvPr/>
          </p:nvSpPr>
          <p:spPr>
            <a:xfrm>
              <a:off x="602869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79" name="组合 68">
              <a:extLst>
                <a:ext uri="{FF2B5EF4-FFF2-40B4-BE49-F238E27FC236}">
                  <a16:creationId xmlns:a16="http://schemas.microsoft.com/office/drawing/2014/main" id="{8FEFC900-354E-52D0-C53D-AC9769683B16}"/>
                </a:ext>
              </a:extLst>
            </p:cNvPr>
            <p:cNvGrpSpPr/>
            <p:nvPr/>
          </p:nvGrpSpPr>
          <p:grpSpPr>
            <a:xfrm>
              <a:off x="5874385" y="3613150"/>
              <a:ext cx="306070" cy="306070"/>
              <a:chOff x="4435540" y="372119"/>
              <a:chExt cx="306000" cy="306000"/>
            </a:xfrm>
          </p:grpSpPr>
          <p:sp>
            <p:nvSpPr>
              <p:cNvPr id="80" name="椭圆 69">
                <a:extLst>
                  <a:ext uri="{FF2B5EF4-FFF2-40B4-BE49-F238E27FC236}">
                    <a16:creationId xmlns:a16="http://schemas.microsoft.com/office/drawing/2014/main" id="{7DD094D5-69E7-926F-F399-625A3809677C}"/>
                  </a:ext>
                </a:extLst>
              </p:cNvPr>
              <p:cNvSpPr/>
              <p:nvPr/>
            </p:nvSpPr>
            <p:spPr>
              <a:xfrm>
                <a:off x="4435540" y="372119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70">
                    <a:extLst>
                      <a:ext uri="{FF2B5EF4-FFF2-40B4-BE49-F238E27FC236}">
                        <a16:creationId xmlns:a16="http://schemas.microsoft.com/office/drawing/2014/main" id="{2E65788D-C0A8-4FB1-0072-65AEDBB75000}"/>
                      </a:ext>
                    </a:extLst>
                  </p:cNvPr>
                  <p:cNvSpPr txBox="1"/>
                  <p:nvPr/>
                </p:nvSpPr>
                <p:spPr>
                  <a:xfrm>
                    <a:off x="4506049" y="417397"/>
                    <a:ext cx="1649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82" name="矩形 71">
              <a:extLst>
                <a:ext uri="{FF2B5EF4-FFF2-40B4-BE49-F238E27FC236}">
                  <a16:creationId xmlns:a16="http://schemas.microsoft.com/office/drawing/2014/main" id="{6DE5D5F2-52B5-CE5E-7A71-F6826662CA5E}"/>
                </a:ext>
              </a:extLst>
            </p:cNvPr>
            <p:cNvSpPr/>
            <p:nvPr/>
          </p:nvSpPr>
          <p:spPr>
            <a:xfrm>
              <a:off x="422783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矩形 72">
              <a:extLst>
                <a:ext uri="{FF2B5EF4-FFF2-40B4-BE49-F238E27FC236}">
                  <a16:creationId xmlns:a16="http://schemas.microsoft.com/office/drawing/2014/main" id="{6A28DBD3-4A30-4918-C715-3426AB9EBE63}"/>
                </a:ext>
              </a:extLst>
            </p:cNvPr>
            <p:cNvSpPr/>
            <p:nvPr/>
          </p:nvSpPr>
          <p:spPr>
            <a:xfrm>
              <a:off x="440817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4" name="矩形 73">
              <a:extLst>
                <a:ext uri="{FF2B5EF4-FFF2-40B4-BE49-F238E27FC236}">
                  <a16:creationId xmlns:a16="http://schemas.microsoft.com/office/drawing/2014/main" id="{F1A4757C-F4B9-F4F2-C1DA-A2B16E5F1244}"/>
                </a:ext>
              </a:extLst>
            </p:cNvPr>
            <p:cNvSpPr/>
            <p:nvPr/>
          </p:nvSpPr>
          <p:spPr>
            <a:xfrm>
              <a:off x="458787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5" name="矩形 74">
              <a:extLst>
                <a:ext uri="{FF2B5EF4-FFF2-40B4-BE49-F238E27FC236}">
                  <a16:creationId xmlns:a16="http://schemas.microsoft.com/office/drawing/2014/main" id="{3C282D3F-2D56-276E-24C5-EF43EA9C203C}"/>
                </a:ext>
              </a:extLst>
            </p:cNvPr>
            <p:cNvSpPr/>
            <p:nvPr/>
          </p:nvSpPr>
          <p:spPr>
            <a:xfrm>
              <a:off x="476821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6" name="矩形 75">
              <a:extLst>
                <a:ext uri="{FF2B5EF4-FFF2-40B4-BE49-F238E27FC236}">
                  <a16:creationId xmlns:a16="http://schemas.microsoft.com/office/drawing/2014/main" id="{7BA7AC8B-35B5-4E65-A380-FA6D30AAA03E}"/>
                </a:ext>
              </a:extLst>
            </p:cNvPr>
            <p:cNvSpPr/>
            <p:nvPr/>
          </p:nvSpPr>
          <p:spPr>
            <a:xfrm>
              <a:off x="422783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7" name="矩形 76">
              <a:extLst>
                <a:ext uri="{FF2B5EF4-FFF2-40B4-BE49-F238E27FC236}">
                  <a16:creationId xmlns:a16="http://schemas.microsoft.com/office/drawing/2014/main" id="{F9D15A00-8CFA-FEA0-15D9-2C62547F4406}"/>
                </a:ext>
              </a:extLst>
            </p:cNvPr>
            <p:cNvSpPr/>
            <p:nvPr/>
          </p:nvSpPr>
          <p:spPr>
            <a:xfrm>
              <a:off x="440817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8" name="矩形 77">
              <a:extLst>
                <a:ext uri="{FF2B5EF4-FFF2-40B4-BE49-F238E27FC236}">
                  <a16:creationId xmlns:a16="http://schemas.microsoft.com/office/drawing/2014/main" id="{7E69CD0D-0305-FEDA-AF9C-5685374FD6AA}"/>
                </a:ext>
              </a:extLst>
            </p:cNvPr>
            <p:cNvSpPr/>
            <p:nvPr/>
          </p:nvSpPr>
          <p:spPr>
            <a:xfrm>
              <a:off x="458787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9" name="矩形 78">
              <a:extLst>
                <a:ext uri="{FF2B5EF4-FFF2-40B4-BE49-F238E27FC236}">
                  <a16:creationId xmlns:a16="http://schemas.microsoft.com/office/drawing/2014/main" id="{61BBC0FA-E3B7-87A6-8F3B-590ACC3D9254}"/>
                </a:ext>
              </a:extLst>
            </p:cNvPr>
            <p:cNvSpPr/>
            <p:nvPr/>
          </p:nvSpPr>
          <p:spPr>
            <a:xfrm>
              <a:off x="476821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0" name="矩形 79">
              <a:extLst>
                <a:ext uri="{FF2B5EF4-FFF2-40B4-BE49-F238E27FC236}">
                  <a16:creationId xmlns:a16="http://schemas.microsoft.com/office/drawing/2014/main" id="{AC8DF482-9812-41F3-EA13-6DBD2AAE0FBA}"/>
                </a:ext>
              </a:extLst>
            </p:cNvPr>
            <p:cNvSpPr/>
            <p:nvPr/>
          </p:nvSpPr>
          <p:spPr>
            <a:xfrm>
              <a:off x="422783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1" name="矩形 80">
              <a:extLst>
                <a:ext uri="{FF2B5EF4-FFF2-40B4-BE49-F238E27FC236}">
                  <a16:creationId xmlns:a16="http://schemas.microsoft.com/office/drawing/2014/main" id="{85923179-7C77-522A-D272-AD7637C643F9}"/>
                </a:ext>
              </a:extLst>
            </p:cNvPr>
            <p:cNvSpPr/>
            <p:nvPr/>
          </p:nvSpPr>
          <p:spPr>
            <a:xfrm>
              <a:off x="440817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2" name="矩形 81">
              <a:extLst>
                <a:ext uri="{FF2B5EF4-FFF2-40B4-BE49-F238E27FC236}">
                  <a16:creationId xmlns:a16="http://schemas.microsoft.com/office/drawing/2014/main" id="{418379CA-40D6-8B21-830F-A8D44C6B2151}"/>
                </a:ext>
              </a:extLst>
            </p:cNvPr>
            <p:cNvSpPr/>
            <p:nvPr/>
          </p:nvSpPr>
          <p:spPr>
            <a:xfrm>
              <a:off x="458787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3" name="矩形 82">
              <a:extLst>
                <a:ext uri="{FF2B5EF4-FFF2-40B4-BE49-F238E27FC236}">
                  <a16:creationId xmlns:a16="http://schemas.microsoft.com/office/drawing/2014/main" id="{3687D520-77FB-C193-37FD-08C01FF7CC78}"/>
                </a:ext>
              </a:extLst>
            </p:cNvPr>
            <p:cNvSpPr/>
            <p:nvPr/>
          </p:nvSpPr>
          <p:spPr>
            <a:xfrm>
              <a:off x="476821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4" name="矩形 83">
              <a:extLst>
                <a:ext uri="{FF2B5EF4-FFF2-40B4-BE49-F238E27FC236}">
                  <a16:creationId xmlns:a16="http://schemas.microsoft.com/office/drawing/2014/main" id="{7E32E82F-DBE0-75F5-3F7A-78A2B509413E}"/>
                </a:ext>
              </a:extLst>
            </p:cNvPr>
            <p:cNvSpPr/>
            <p:nvPr/>
          </p:nvSpPr>
          <p:spPr>
            <a:xfrm>
              <a:off x="422783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5" name="矩形 84">
              <a:extLst>
                <a:ext uri="{FF2B5EF4-FFF2-40B4-BE49-F238E27FC236}">
                  <a16:creationId xmlns:a16="http://schemas.microsoft.com/office/drawing/2014/main" id="{343D13B5-DE90-C887-0A83-449B258B30A5}"/>
                </a:ext>
              </a:extLst>
            </p:cNvPr>
            <p:cNvSpPr/>
            <p:nvPr/>
          </p:nvSpPr>
          <p:spPr>
            <a:xfrm>
              <a:off x="440817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6" name="矩形 85">
              <a:extLst>
                <a:ext uri="{FF2B5EF4-FFF2-40B4-BE49-F238E27FC236}">
                  <a16:creationId xmlns:a16="http://schemas.microsoft.com/office/drawing/2014/main" id="{B5842BD4-2521-92E0-9405-5B1F7C9943C2}"/>
                </a:ext>
              </a:extLst>
            </p:cNvPr>
            <p:cNvSpPr/>
            <p:nvPr/>
          </p:nvSpPr>
          <p:spPr>
            <a:xfrm>
              <a:off x="458787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7" name="矩形 86">
              <a:extLst>
                <a:ext uri="{FF2B5EF4-FFF2-40B4-BE49-F238E27FC236}">
                  <a16:creationId xmlns:a16="http://schemas.microsoft.com/office/drawing/2014/main" id="{281B8879-22B9-A0AC-8571-DC603844F3A0}"/>
                </a:ext>
              </a:extLst>
            </p:cNvPr>
            <p:cNvSpPr/>
            <p:nvPr/>
          </p:nvSpPr>
          <p:spPr>
            <a:xfrm>
              <a:off x="476821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8" name="矩形 87">
              <a:extLst>
                <a:ext uri="{FF2B5EF4-FFF2-40B4-BE49-F238E27FC236}">
                  <a16:creationId xmlns:a16="http://schemas.microsoft.com/office/drawing/2014/main" id="{22EFD50E-E8FC-98B1-BFFA-4307A74A1EEE}"/>
                </a:ext>
              </a:extLst>
            </p:cNvPr>
            <p:cNvSpPr/>
            <p:nvPr/>
          </p:nvSpPr>
          <p:spPr>
            <a:xfrm>
              <a:off x="494792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9" name="矩形 88">
              <a:extLst>
                <a:ext uri="{FF2B5EF4-FFF2-40B4-BE49-F238E27FC236}">
                  <a16:creationId xmlns:a16="http://schemas.microsoft.com/office/drawing/2014/main" id="{92905C7B-466C-FAED-1BB3-0A74D01282A9}"/>
                </a:ext>
              </a:extLst>
            </p:cNvPr>
            <p:cNvSpPr/>
            <p:nvPr/>
          </p:nvSpPr>
          <p:spPr>
            <a:xfrm>
              <a:off x="512826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0" name="矩形 89">
              <a:extLst>
                <a:ext uri="{FF2B5EF4-FFF2-40B4-BE49-F238E27FC236}">
                  <a16:creationId xmlns:a16="http://schemas.microsoft.com/office/drawing/2014/main" id="{A9FFC7FF-DD73-4691-7F50-F4E357E95EAA}"/>
                </a:ext>
              </a:extLst>
            </p:cNvPr>
            <p:cNvSpPr/>
            <p:nvPr/>
          </p:nvSpPr>
          <p:spPr>
            <a:xfrm>
              <a:off x="530796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1" name="矩形 90">
              <a:extLst>
                <a:ext uri="{FF2B5EF4-FFF2-40B4-BE49-F238E27FC236}">
                  <a16:creationId xmlns:a16="http://schemas.microsoft.com/office/drawing/2014/main" id="{A9920ED3-7D98-9B3C-0795-2A55E01C82EF}"/>
                </a:ext>
              </a:extLst>
            </p:cNvPr>
            <p:cNvSpPr/>
            <p:nvPr/>
          </p:nvSpPr>
          <p:spPr>
            <a:xfrm>
              <a:off x="548830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2" name="矩形 91">
              <a:extLst>
                <a:ext uri="{FF2B5EF4-FFF2-40B4-BE49-F238E27FC236}">
                  <a16:creationId xmlns:a16="http://schemas.microsoft.com/office/drawing/2014/main" id="{E66DD11F-2DBC-FC33-A93B-97FB3228E86D}"/>
                </a:ext>
              </a:extLst>
            </p:cNvPr>
            <p:cNvSpPr/>
            <p:nvPr/>
          </p:nvSpPr>
          <p:spPr>
            <a:xfrm>
              <a:off x="494792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矩形 92">
              <a:extLst>
                <a:ext uri="{FF2B5EF4-FFF2-40B4-BE49-F238E27FC236}">
                  <a16:creationId xmlns:a16="http://schemas.microsoft.com/office/drawing/2014/main" id="{0ECD48E8-088A-6B7E-B720-C1DC5BF07BCB}"/>
                </a:ext>
              </a:extLst>
            </p:cNvPr>
            <p:cNvSpPr/>
            <p:nvPr/>
          </p:nvSpPr>
          <p:spPr>
            <a:xfrm>
              <a:off x="512826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4" name="矩形 93">
              <a:extLst>
                <a:ext uri="{FF2B5EF4-FFF2-40B4-BE49-F238E27FC236}">
                  <a16:creationId xmlns:a16="http://schemas.microsoft.com/office/drawing/2014/main" id="{55F21165-5461-B391-3781-66649989E260}"/>
                </a:ext>
              </a:extLst>
            </p:cNvPr>
            <p:cNvSpPr/>
            <p:nvPr/>
          </p:nvSpPr>
          <p:spPr>
            <a:xfrm>
              <a:off x="530796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5" name="矩形 94">
              <a:extLst>
                <a:ext uri="{FF2B5EF4-FFF2-40B4-BE49-F238E27FC236}">
                  <a16:creationId xmlns:a16="http://schemas.microsoft.com/office/drawing/2014/main" id="{06B0520B-EED2-6C60-A9A7-0698F4C9379B}"/>
                </a:ext>
              </a:extLst>
            </p:cNvPr>
            <p:cNvSpPr/>
            <p:nvPr/>
          </p:nvSpPr>
          <p:spPr>
            <a:xfrm>
              <a:off x="548830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矩形 95">
              <a:extLst>
                <a:ext uri="{FF2B5EF4-FFF2-40B4-BE49-F238E27FC236}">
                  <a16:creationId xmlns:a16="http://schemas.microsoft.com/office/drawing/2014/main" id="{ED581C11-B4BA-2BBC-5143-144570DE59AF}"/>
                </a:ext>
              </a:extLst>
            </p:cNvPr>
            <p:cNvSpPr/>
            <p:nvPr/>
          </p:nvSpPr>
          <p:spPr>
            <a:xfrm>
              <a:off x="494792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7" name="矩形 96">
              <a:extLst>
                <a:ext uri="{FF2B5EF4-FFF2-40B4-BE49-F238E27FC236}">
                  <a16:creationId xmlns:a16="http://schemas.microsoft.com/office/drawing/2014/main" id="{0686D105-3AD8-CD38-26A3-AE9F6ADDC481}"/>
                </a:ext>
              </a:extLst>
            </p:cNvPr>
            <p:cNvSpPr/>
            <p:nvPr/>
          </p:nvSpPr>
          <p:spPr>
            <a:xfrm>
              <a:off x="512826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矩形 97">
              <a:extLst>
                <a:ext uri="{FF2B5EF4-FFF2-40B4-BE49-F238E27FC236}">
                  <a16:creationId xmlns:a16="http://schemas.microsoft.com/office/drawing/2014/main" id="{85D8ECBB-AE5B-AA4D-3E59-F74DDE40EAC4}"/>
                </a:ext>
              </a:extLst>
            </p:cNvPr>
            <p:cNvSpPr/>
            <p:nvPr/>
          </p:nvSpPr>
          <p:spPr>
            <a:xfrm>
              <a:off x="530796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矩形 98">
              <a:extLst>
                <a:ext uri="{FF2B5EF4-FFF2-40B4-BE49-F238E27FC236}">
                  <a16:creationId xmlns:a16="http://schemas.microsoft.com/office/drawing/2014/main" id="{82649537-D86D-1FA3-7619-E987CA59786F}"/>
                </a:ext>
              </a:extLst>
            </p:cNvPr>
            <p:cNvSpPr/>
            <p:nvPr/>
          </p:nvSpPr>
          <p:spPr>
            <a:xfrm>
              <a:off x="548830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99">
              <a:extLst>
                <a:ext uri="{FF2B5EF4-FFF2-40B4-BE49-F238E27FC236}">
                  <a16:creationId xmlns:a16="http://schemas.microsoft.com/office/drawing/2014/main" id="{D27B1331-3797-0814-F944-ACFE21C0E22C}"/>
                </a:ext>
              </a:extLst>
            </p:cNvPr>
            <p:cNvSpPr/>
            <p:nvPr/>
          </p:nvSpPr>
          <p:spPr>
            <a:xfrm>
              <a:off x="494792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1" name="矩形 100">
              <a:extLst>
                <a:ext uri="{FF2B5EF4-FFF2-40B4-BE49-F238E27FC236}">
                  <a16:creationId xmlns:a16="http://schemas.microsoft.com/office/drawing/2014/main" id="{CAC08281-E939-77AC-EEBB-8033809D4E18}"/>
                </a:ext>
              </a:extLst>
            </p:cNvPr>
            <p:cNvSpPr/>
            <p:nvPr/>
          </p:nvSpPr>
          <p:spPr>
            <a:xfrm>
              <a:off x="512826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2" name="矩形 101">
              <a:extLst>
                <a:ext uri="{FF2B5EF4-FFF2-40B4-BE49-F238E27FC236}">
                  <a16:creationId xmlns:a16="http://schemas.microsoft.com/office/drawing/2014/main" id="{25CFB29F-5654-DCBB-980E-D508B9434D78}"/>
                </a:ext>
              </a:extLst>
            </p:cNvPr>
            <p:cNvSpPr/>
            <p:nvPr/>
          </p:nvSpPr>
          <p:spPr>
            <a:xfrm>
              <a:off x="530796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3" name="矩形 102">
              <a:extLst>
                <a:ext uri="{FF2B5EF4-FFF2-40B4-BE49-F238E27FC236}">
                  <a16:creationId xmlns:a16="http://schemas.microsoft.com/office/drawing/2014/main" id="{309D5890-36AA-B46E-0D05-1631156A95D7}"/>
                </a:ext>
              </a:extLst>
            </p:cNvPr>
            <p:cNvSpPr/>
            <p:nvPr/>
          </p:nvSpPr>
          <p:spPr>
            <a:xfrm>
              <a:off x="548830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矩形 103">
              <a:extLst>
                <a:ext uri="{FF2B5EF4-FFF2-40B4-BE49-F238E27FC236}">
                  <a16:creationId xmlns:a16="http://schemas.microsoft.com/office/drawing/2014/main" id="{D437475A-B590-611B-B87C-ACD3F0060935}"/>
                </a:ext>
              </a:extLst>
            </p:cNvPr>
            <p:cNvSpPr/>
            <p:nvPr/>
          </p:nvSpPr>
          <p:spPr>
            <a:xfrm>
              <a:off x="422783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矩形 104">
              <a:extLst>
                <a:ext uri="{FF2B5EF4-FFF2-40B4-BE49-F238E27FC236}">
                  <a16:creationId xmlns:a16="http://schemas.microsoft.com/office/drawing/2014/main" id="{FD6F3E00-0FBE-67AF-B16D-DC6FBFD0E204}"/>
                </a:ext>
              </a:extLst>
            </p:cNvPr>
            <p:cNvSpPr/>
            <p:nvPr/>
          </p:nvSpPr>
          <p:spPr>
            <a:xfrm>
              <a:off x="440817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矩形 105">
              <a:extLst>
                <a:ext uri="{FF2B5EF4-FFF2-40B4-BE49-F238E27FC236}">
                  <a16:creationId xmlns:a16="http://schemas.microsoft.com/office/drawing/2014/main" id="{20AC7123-A5EF-8C2D-6631-7B04785F1A4A}"/>
                </a:ext>
              </a:extLst>
            </p:cNvPr>
            <p:cNvSpPr/>
            <p:nvPr/>
          </p:nvSpPr>
          <p:spPr>
            <a:xfrm>
              <a:off x="458787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06">
              <a:extLst>
                <a:ext uri="{FF2B5EF4-FFF2-40B4-BE49-F238E27FC236}">
                  <a16:creationId xmlns:a16="http://schemas.microsoft.com/office/drawing/2014/main" id="{AF3EA39F-1D87-6928-6C2E-893D4D910461}"/>
                </a:ext>
              </a:extLst>
            </p:cNvPr>
            <p:cNvSpPr/>
            <p:nvPr/>
          </p:nvSpPr>
          <p:spPr>
            <a:xfrm>
              <a:off x="476821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8" name="矩形 107">
              <a:extLst>
                <a:ext uri="{FF2B5EF4-FFF2-40B4-BE49-F238E27FC236}">
                  <a16:creationId xmlns:a16="http://schemas.microsoft.com/office/drawing/2014/main" id="{4D9201A5-0DF2-A0F2-30F3-811BF40C0DBD}"/>
                </a:ext>
              </a:extLst>
            </p:cNvPr>
            <p:cNvSpPr/>
            <p:nvPr/>
          </p:nvSpPr>
          <p:spPr>
            <a:xfrm>
              <a:off x="422783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9" name="矩形 108">
              <a:extLst>
                <a:ext uri="{FF2B5EF4-FFF2-40B4-BE49-F238E27FC236}">
                  <a16:creationId xmlns:a16="http://schemas.microsoft.com/office/drawing/2014/main" id="{BCA4103D-7B44-DF8A-6420-F5D57379DA64}"/>
                </a:ext>
              </a:extLst>
            </p:cNvPr>
            <p:cNvSpPr/>
            <p:nvPr/>
          </p:nvSpPr>
          <p:spPr>
            <a:xfrm>
              <a:off x="440817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0" name="矩形 109">
              <a:extLst>
                <a:ext uri="{FF2B5EF4-FFF2-40B4-BE49-F238E27FC236}">
                  <a16:creationId xmlns:a16="http://schemas.microsoft.com/office/drawing/2014/main" id="{A3AFA017-DFB5-EDD1-20DE-0AD31289BC4D}"/>
                </a:ext>
              </a:extLst>
            </p:cNvPr>
            <p:cNvSpPr/>
            <p:nvPr/>
          </p:nvSpPr>
          <p:spPr>
            <a:xfrm>
              <a:off x="458787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1" name="矩形 110">
              <a:extLst>
                <a:ext uri="{FF2B5EF4-FFF2-40B4-BE49-F238E27FC236}">
                  <a16:creationId xmlns:a16="http://schemas.microsoft.com/office/drawing/2014/main" id="{5963C3AF-5FC8-3DEB-DE3E-D1351D6184C2}"/>
                </a:ext>
              </a:extLst>
            </p:cNvPr>
            <p:cNvSpPr/>
            <p:nvPr/>
          </p:nvSpPr>
          <p:spPr>
            <a:xfrm>
              <a:off x="476821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2" name="矩形 111">
              <a:extLst>
                <a:ext uri="{FF2B5EF4-FFF2-40B4-BE49-F238E27FC236}">
                  <a16:creationId xmlns:a16="http://schemas.microsoft.com/office/drawing/2014/main" id="{6EAEC1AF-3043-07F6-3E42-E15AEF219D70}"/>
                </a:ext>
              </a:extLst>
            </p:cNvPr>
            <p:cNvSpPr/>
            <p:nvPr/>
          </p:nvSpPr>
          <p:spPr>
            <a:xfrm>
              <a:off x="422783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3" name="矩形 112">
              <a:extLst>
                <a:ext uri="{FF2B5EF4-FFF2-40B4-BE49-F238E27FC236}">
                  <a16:creationId xmlns:a16="http://schemas.microsoft.com/office/drawing/2014/main" id="{1A98B957-26CF-91D3-BA5F-4CCF036EFA5C}"/>
                </a:ext>
              </a:extLst>
            </p:cNvPr>
            <p:cNvSpPr/>
            <p:nvPr/>
          </p:nvSpPr>
          <p:spPr>
            <a:xfrm>
              <a:off x="440817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13">
              <a:extLst>
                <a:ext uri="{FF2B5EF4-FFF2-40B4-BE49-F238E27FC236}">
                  <a16:creationId xmlns:a16="http://schemas.microsoft.com/office/drawing/2014/main" id="{84B98DDE-6201-FFF6-BEE8-2FD72E9244A5}"/>
                </a:ext>
              </a:extLst>
            </p:cNvPr>
            <p:cNvSpPr/>
            <p:nvPr/>
          </p:nvSpPr>
          <p:spPr>
            <a:xfrm>
              <a:off x="458787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5" name="矩形 114">
              <a:extLst>
                <a:ext uri="{FF2B5EF4-FFF2-40B4-BE49-F238E27FC236}">
                  <a16:creationId xmlns:a16="http://schemas.microsoft.com/office/drawing/2014/main" id="{D33B8DBF-C225-CFED-5EF0-0DE3DC224903}"/>
                </a:ext>
              </a:extLst>
            </p:cNvPr>
            <p:cNvSpPr/>
            <p:nvPr/>
          </p:nvSpPr>
          <p:spPr>
            <a:xfrm>
              <a:off x="476821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6" name="矩形 115">
              <a:extLst>
                <a:ext uri="{FF2B5EF4-FFF2-40B4-BE49-F238E27FC236}">
                  <a16:creationId xmlns:a16="http://schemas.microsoft.com/office/drawing/2014/main" id="{6D405680-616C-1F3E-42D2-19CEF47DBE40}"/>
                </a:ext>
              </a:extLst>
            </p:cNvPr>
            <p:cNvSpPr/>
            <p:nvPr/>
          </p:nvSpPr>
          <p:spPr>
            <a:xfrm>
              <a:off x="422783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7" name="矩形 116">
              <a:extLst>
                <a:ext uri="{FF2B5EF4-FFF2-40B4-BE49-F238E27FC236}">
                  <a16:creationId xmlns:a16="http://schemas.microsoft.com/office/drawing/2014/main" id="{911660C4-1326-B2DF-30A1-DA0EF771B100}"/>
                </a:ext>
              </a:extLst>
            </p:cNvPr>
            <p:cNvSpPr/>
            <p:nvPr/>
          </p:nvSpPr>
          <p:spPr>
            <a:xfrm>
              <a:off x="440817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8" name="矩形 117">
              <a:extLst>
                <a:ext uri="{FF2B5EF4-FFF2-40B4-BE49-F238E27FC236}">
                  <a16:creationId xmlns:a16="http://schemas.microsoft.com/office/drawing/2014/main" id="{DFAE4600-4644-4FC8-172A-DDD1A61C356E}"/>
                </a:ext>
              </a:extLst>
            </p:cNvPr>
            <p:cNvSpPr/>
            <p:nvPr/>
          </p:nvSpPr>
          <p:spPr>
            <a:xfrm>
              <a:off x="458787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9" name="矩形 118">
              <a:extLst>
                <a:ext uri="{FF2B5EF4-FFF2-40B4-BE49-F238E27FC236}">
                  <a16:creationId xmlns:a16="http://schemas.microsoft.com/office/drawing/2014/main" id="{CB705BE1-2B75-4F91-3198-8B2356300517}"/>
                </a:ext>
              </a:extLst>
            </p:cNvPr>
            <p:cNvSpPr/>
            <p:nvPr/>
          </p:nvSpPr>
          <p:spPr>
            <a:xfrm>
              <a:off x="476821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0" name="矩形 119">
              <a:extLst>
                <a:ext uri="{FF2B5EF4-FFF2-40B4-BE49-F238E27FC236}">
                  <a16:creationId xmlns:a16="http://schemas.microsoft.com/office/drawing/2014/main" id="{32AB0F7C-F187-0094-A731-25A6B46C7565}"/>
                </a:ext>
              </a:extLst>
            </p:cNvPr>
            <p:cNvSpPr/>
            <p:nvPr/>
          </p:nvSpPr>
          <p:spPr>
            <a:xfrm>
              <a:off x="494792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1" name="矩形 120">
              <a:extLst>
                <a:ext uri="{FF2B5EF4-FFF2-40B4-BE49-F238E27FC236}">
                  <a16:creationId xmlns:a16="http://schemas.microsoft.com/office/drawing/2014/main" id="{B6C93164-562D-6D56-97DE-38FC70D2D103}"/>
                </a:ext>
              </a:extLst>
            </p:cNvPr>
            <p:cNvSpPr/>
            <p:nvPr/>
          </p:nvSpPr>
          <p:spPr>
            <a:xfrm>
              <a:off x="512826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2" name="矩形 121">
              <a:extLst>
                <a:ext uri="{FF2B5EF4-FFF2-40B4-BE49-F238E27FC236}">
                  <a16:creationId xmlns:a16="http://schemas.microsoft.com/office/drawing/2014/main" id="{C9FAF7B4-449E-B558-F208-86015C8F58D4}"/>
                </a:ext>
              </a:extLst>
            </p:cNvPr>
            <p:cNvSpPr/>
            <p:nvPr/>
          </p:nvSpPr>
          <p:spPr>
            <a:xfrm>
              <a:off x="530796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3" name="矩形 122">
              <a:extLst>
                <a:ext uri="{FF2B5EF4-FFF2-40B4-BE49-F238E27FC236}">
                  <a16:creationId xmlns:a16="http://schemas.microsoft.com/office/drawing/2014/main" id="{DDED79F4-202E-6FD6-FF6E-DA07D4F30065}"/>
                </a:ext>
              </a:extLst>
            </p:cNvPr>
            <p:cNvSpPr/>
            <p:nvPr/>
          </p:nvSpPr>
          <p:spPr>
            <a:xfrm>
              <a:off x="548830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4" name="矩形 123">
              <a:extLst>
                <a:ext uri="{FF2B5EF4-FFF2-40B4-BE49-F238E27FC236}">
                  <a16:creationId xmlns:a16="http://schemas.microsoft.com/office/drawing/2014/main" id="{8E378728-CC5D-EF96-CF02-33CF386F6B52}"/>
                </a:ext>
              </a:extLst>
            </p:cNvPr>
            <p:cNvSpPr/>
            <p:nvPr/>
          </p:nvSpPr>
          <p:spPr>
            <a:xfrm>
              <a:off x="494792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5" name="矩形 124">
              <a:extLst>
                <a:ext uri="{FF2B5EF4-FFF2-40B4-BE49-F238E27FC236}">
                  <a16:creationId xmlns:a16="http://schemas.microsoft.com/office/drawing/2014/main" id="{5ECB3458-E5BE-3627-11A3-609A0018A107}"/>
                </a:ext>
              </a:extLst>
            </p:cNvPr>
            <p:cNvSpPr/>
            <p:nvPr/>
          </p:nvSpPr>
          <p:spPr>
            <a:xfrm>
              <a:off x="512826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6" name="矩形 125">
              <a:extLst>
                <a:ext uri="{FF2B5EF4-FFF2-40B4-BE49-F238E27FC236}">
                  <a16:creationId xmlns:a16="http://schemas.microsoft.com/office/drawing/2014/main" id="{387F1692-D96E-D9D9-F9B7-9744B5606C65}"/>
                </a:ext>
              </a:extLst>
            </p:cNvPr>
            <p:cNvSpPr/>
            <p:nvPr/>
          </p:nvSpPr>
          <p:spPr>
            <a:xfrm>
              <a:off x="530796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7" name="矩形 126">
              <a:extLst>
                <a:ext uri="{FF2B5EF4-FFF2-40B4-BE49-F238E27FC236}">
                  <a16:creationId xmlns:a16="http://schemas.microsoft.com/office/drawing/2014/main" id="{058B3706-222F-AE74-EE6B-7F49F0D47CE3}"/>
                </a:ext>
              </a:extLst>
            </p:cNvPr>
            <p:cNvSpPr/>
            <p:nvPr/>
          </p:nvSpPr>
          <p:spPr>
            <a:xfrm>
              <a:off x="548830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27">
              <a:extLst>
                <a:ext uri="{FF2B5EF4-FFF2-40B4-BE49-F238E27FC236}">
                  <a16:creationId xmlns:a16="http://schemas.microsoft.com/office/drawing/2014/main" id="{6A2359BF-669C-7134-3B60-73510285E621}"/>
                </a:ext>
              </a:extLst>
            </p:cNvPr>
            <p:cNvSpPr/>
            <p:nvPr/>
          </p:nvSpPr>
          <p:spPr>
            <a:xfrm>
              <a:off x="494792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9" name="矩形 128">
              <a:extLst>
                <a:ext uri="{FF2B5EF4-FFF2-40B4-BE49-F238E27FC236}">
                  <a16:creationId xmlns:a16="http://schemas.microsoft.com/office/drawing/2014/main" id="{23796F3A-2ADD-2705-E973-5B0D90E7A3F5}"/>
                </a:ext>
              </a:extLst>
            </p:cNvPr>
            <p:cNvSpPr/>
            <p:nvPr/>
          </p:nvSpPr>
          <p:spPr>
            <a:xfrm>
              <a:off x="512826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0" name="矩形 129">
              <a:extLst>
                <a:ext uri="{FF2B5EF4-FFF2-40B4-BE49-F238E27FC236}">
                  <a16:creationId xmlns:a16="http://schemas.microsoft.com/office/drawing/2014/main" id="{95F4B156-CC90-FA9C-8C5B-392B695F71B2}"/>
                </a:ext>
              </a:extLst>
            </p:cNvPr>
            <p:cNvSpPr/>
            <p:nvPr/>
          </p:nvSpPr>
          <p:spPr>
            <a:xfrm>
              <a:off x="530796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1" name="矩形 130">
              <a:extLst>
                <a:ext uri="{FF2B5EF4-FFF2-40B4-BE49-F238E27FC236}">
                  <a16:creationId xmlns:a16="http://schemas.microsoft.com/office/drawing/2014/main" id="{16EA91B3-8126-660D-0AA8-72A10700CDF4}"/>
                </a:ext>
              </a:extLst>
            </p:cNvPr>
            <p:cNvSpPr/>
            <p:nvPr/>
          </p:nvSpPr>
          <p:spPr>
            <a:xfrm>
              <a:off x="548830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2" name="矩形 131">
              <a:extLst>
                <a:ext uri="{FF2B5EF4-FFF2-40B4-BE49-F238E27FC236}">
                  <a16:creationId xmlns:a16="http://schemas.microsoft.com/office/drawing/2014/main" id="{0F70414E-32CF-248C-EB0E-ADDBD40F12FB}"/>
                </a:ext>
              </a:extLst>
            </p:cNvPr>
            <p:cNvSpPr/>
            <p:nvPr/>
          </p:nvSpPr>
          <p:spPr>
            <a:xfrm>
              <a:off x="494792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3" name="矩形 132">
              <a:extLst>
                <a:ext uri="{FF2B5EF4-FFF2-40B4-BE49-F238E27FC236}">
                  <a16:creationId xmlns:a16="http://schemas.microsoft.com/office/drawing/2014/main" id="{15310410-83A5-843B-4D38-88B541090F08}"/>
                </a:ext>
              </a:extLst>
            </p:cNvPr>
            <p:cNvSpPr/>
            <p:nvPr/>
          </p:nvSpPr>
          <p:spPr>
            <a:xfrm>
              <a:off x="512826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4" name="矩形 133">
              <a:extLst>
                <a:ext uri="{FF2B5EF4-FFF2-40B4-BE49-F238E27FC236}">
                  <a16:creationId xmlns:a16="http://schemas.microsoft.com/office/drawing/2014/main" id="{FA6F027F-C295-70A1-9C1A-9A1280759609}"/>
                </a:ext>
              </a:extLst>
            </p:cNvPr>
            <p:cNvSpPr/>
            <p:nvPr/>
          </p:nvSpPr>
          <p:spPr>
            <a:xfrm>
              <a:off x="530796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34">
              <a:extLst>
                <a:ext uri="{FF2B5EF4-FFF2-40B4-BE49-F238E27FC236}">
                  <a16:creationId xmlns:a16="http://schemas.microsoft.com/office/drawing/2014/main" id="{1D1B0FF6-2C75-A398-330A-7F7C2EB207AB}"/>
                </a:ext>
              </a:extLst>
            </p:cNvPr>
            <p:cNvSpPr/>
            <p:nvPr/>
          </p:nvSpPr>
          <p:spPr>
            <a:xfrm>
              <a:off x="548830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6" name="矩形 135">
              <a:extLst>
                <a:ext uri="{FF2B5EF4-FFF2-40B4-BE49-F238E27FC236}">
                  <a16:creationId xmlns:a16="http://schemas.microsoft.com/office/drawing/2014/main" id="{5096A1B2-7A02-3BBC-CCBB-E1D8C920D6AB}"/>
                </a:ext>
              </a:extLst>
            </p:cNvPr>
            <p:cNvSpPr/>
            <p:nvPr/>
          </p:nvSpPr>
          <p:spPr>
            <a:xfrm>
              <a:off x="422783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47" name="组合 136">
              <a:extLst>
                <a:ext uri="{FF2B5EF4-FFF2-40B4-BE49-F238E27FC236}">
                  <a16:creationId xmlns:a16="http://schemas.microsoft.com/office/drawing/2014/main" id="{8F41E442-10B7-94E7-CA63-96C65EFA6A87}"/>
                </a:ext>
              </a:extLst>
            </p:cNvPr>
            <p:cNvGrpSpPr/>
            <p:nvPr/>
          </p:nvGrpSpPr>
          <p:grpSpPr>
            <a:xfrm>
              <a:off x="4074795" y="3613150"/>
              <a:ext cx="306070" cy="306070"/>
              <a:chOff x="2866123" y="762544"/>
              <a:chExt cx="306000" cy="306000"/>
            </a:xfrm>
          </p:grpSpPr>
          <p:sp>
            <p:nvSpPr>
              <p:cNvPr id="148" name="椭圆 137">
                <a:extLst>
                  <a:ext uri="{FF2B5EF4-FFF2-40B4-BE49-F238E27FC236}">
                    <a16:creationId xmlns:a16="http://schemas.microsoft.com/office/drawing/2014/main" id="{CD38CB9E-C8A1-19B2-7F88-90321123D48F}"/>
                  </a:ext>
                </a:extLst>
              </p:cNvPr>
              <p:cNvSpPr/>
              <p:nvPr/>
            </p:nvSpPr>
            <p:spPr>
              <a:xfrm>
                <a:off x="2866123" y="762544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文本框 138">
                    <a:extLst>
                      <a:ext uri="{FF2B5EF4-FFF2-40B4-BE49-F238E27FC236}">
                        <a16:creationId xmlns:a16="http://schemas.microsoft.com/office/drawing/2014/main" id="{A59B283C-9876-B6CA-8CC8-CB7674521326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504" y="807822"/>
                    <a:ext cx="16523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150" name="矩形 139">
              <a:extLst>
                <a:ext uri="{FF2B5EF4-FFF2-40B4-BE49-F238E27FC236}">
                  <a16:creationId xmlns:a16="http://schemas.microsoft.com/office/drawing/2014/main" id="{75BE039D-AE94-1F29-E72B-65C979CEF966}"/>
                </a:ext>
              </a:extLst>
            </p:cNvPr>
            <p:cNvSpPr/>
            <p:nvPr/>
          </p:nvSpPr>
          <p:spPr>
            <a:xfrm>
              <a:off x="602297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1" name="矩形 140">
              <a:extLst>
                <a:ext uri="{FF2B5EF4-FFF2-40B4-BE49-F238E27FC236}">
                  <a16:creationId xmlns:a16="http://schemas.microsoft.com/office/drawing/2014/main" id="{1FC358F5-8667-BC67-B143-68F17B166CE4}"/>
                </a:ext>
              </a:extLst>
            </p:cNvPr>
            <p:cNvSpPr/>
            <p:nvPr/>
          </p:nvSpPr>
          <p:spPr>
            <a:xfrm>
              <a:off x="620331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2" name="矩形 141">
              <a:extLst>
                <a:ext uri="{FF2B5EF4-FFF2-40B4-BE49-F238E27FC236}">
                  <a16:creationId xmlns:a16="http://schemas.microsoft.com/office/drawing/2014/main" id="{9FB26970-FC8B-C29C-3482-FA332B60D770}"/>
                </a:ext>
              </a:extLst>
            </p:cNvPr>
            <p:cNvSpPr/>
            <p:nvPr/>
          </p:nvSpPr>
          <p:spPr>
            <a:xfrm>
              <a:off x="638302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3" name="矩形 142">
              <a:extLst>
                <a:ext uri="{FF2B5EF4-FFF2-40B4-BE49-F238E27FC236}">
                  <a16:creationId xmlns:a16="http://schemas.microsoft.com/office/drawing/2014/main" id="{CABF8293-D43D-4853-F1E1-2D80EF05E6AD}"/>
                </a:ext>
              </a:extLst>
            </p:cNvPr>
            <p:cNvSpPr/>
            <p:nvPr/>
          </p:nvSpPr>
          <p:spPr>
            <a:xfrm>
              <a:off x="656336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4" name="矩形 143">
              <a:extLst>
                <a:ext uri="{FF2B5EF4-FFF2-40B4-BE49-F238E27FC236}">
                  <a16:creationId xmlns:a16="http://schemas.microsoft.com/office/drawing/2014/main" id="{A10E1881-4DA9-AF24-CD1C-23748BE40ED8}"/>
                </a:ext>
              </a:extLst>
            </p:cNvPr>
            <p:cNvSpPr/>
            <p:nvPr/>
          </p:nvSpPr>
          <p:spPr>
            <a:xfrm>
              <a:off x="602297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5" name="矩形 144">
              <a:extLst>
                <a:ext uri="{FF2B5EF4-FFF2-40B4-BE49-F238E27FC236}">
                  <a16:creationId xmlns:a16="http://schemas.microsoft.com/office/drawing/2014/main" id="{DD470E79-05D1-3374-9528-60DA012319AE}"/>
                </a:ext>
              </a:extLst>
            </p:cNvPr>
            <p:cNvSpPr/>
            <p:nvPr/>
          </p:nvSpPr>
          <p:spPr>
            <a:xfrm>
              <a:off x="620331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6" name="矩形 145">
              <a:extLst>
                <a:ext uri="{FF2B5EF4-FFF2-40B4-BE49-F238E27FC236}">
                  <a16:creationId xmlns:a16="http://schemas.microsoft.com/office/drawing/2014/main" id="{3ABBA166-ED75-8A7A-6651-23600D3EDD9B}"/>
                </a:ext>
              </a:extLst>
            </p:cNvPr>
            <p:cNvSpPr/>
            <p:nvPr/>
          </p:nvSpPr>
          <p:spPr>
            <a:xfrm>
              <a:off x="638302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7" name="矩形 146">
              <a:extLst>
                <a:ext uri="{FF2B5EF4-FFF2-40B4-BE49-F238E27FC236}">
                  <a16:creationId xmlns:a16="http://schemas.microsoft.com/office/drawing/2014/main" id="{B1285742-3E55-E58B-ABF1-12A971CDAEA7}"/>
                </a:ext>
              </a:extLst>
            </p:cNvPr>
            <p:cNvSpPr/>
            <p:nvPr/>
          </p:nvSpPr>
          <p:spPr>
            <a:xfrm>
              <a:off x="656336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8" name="矩形 147">
              <a:extLst>
                <a:ext uri="{FF2B5EF4-FFF2-40B4-BE49-F238E27FC236}">
                  <a16:creationId xmlns:a16="http://schemas.microsoft.com/office/drawing/2014/main" id="{E934804C-5408-0623-44AA-1714D4CA06F9}"/>
                </a:ext>
              </a:extLst>
            </p:cNvPr>
            <p:cNvSpPr/>
            <p:nvPr/>
          </p:nvSpPr>
          <p:spPr>
            <a:xfrm>
              <a:off x="602297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9" name="矩形 148">
              <a:extLst>
                <a:ext uri="{FF2B5EF4-FFF2-40B4-BE49-F238E27FC236}">
                  <a16:creationId xmlns:a16="http://schemas.microsoft.com/office/drawing/2014/main" id="{F0AC1293-C19A-1566-F70F-4E5D67232DBD}"/>
                </a:ext>
              </a:extLst>
            </p:cNvPr>
            <p:cNvSpPr/>
            <p:nvPr/>
          </p:nvSpPr>
          <p:spPr>
            <a:xfrm>
              <a:off x="620331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0" name="矩形 149">
              <a:extLst>
                <a:ext uri="{FF2B5EF4-FFF2-40B4-BE49-F238E27FC236}">
                  <a16:creationId xmlns:a16="http://schemas.microsoft.com/office/drawing/2014/main" id="{2D22229C-CBC9-9494-9087-8F40D6DB5D64}"/>
                </a:ext>
              </a:extLst>
            </p:cNvPr>
            <p:cNvSpPr/>
            <p:nvPr/>
          </p:nvSpPr>
          <p:spPr>
            <a:xfrm>
              <a:off x="638302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1" name="矩形 150">
              <a:extLst>
                <a:ext uri="{FF2B5EF4-FFF2-40B4-BE49-F238E27FC236}">
                  <a16:creationId xmlns:a16="http://schemas.microsoft.com/office/drawing/2014/main" id="{816812B3-1AB8-F98C-3CC4-750161D4EFCB}"/>
                </a:ext>
              </a:extLst>
            </p:cNvPr>
            <p:cNvSpPr/>
            <p:nvPr/>
          </p:nvSpPr>
          <p:spPr>
            <a:xfrm>
              <a:off x="656336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2" name="矩形 151">
              <a:extLst>
                <a:ext uri="{FF2B5EF4-FFF2-40B4-BE49-F238E27FC236}">
                  <a16:creationId xmlns:a16="http://schemas.microsoft.com/office/drawing/2014/main" id="{281C0AD5-BE64-FA1B-883E-88D88C53B6D4}"/>
                </a:ext>
              </a:extLst>
            </p:cNvPr>
            <p:cNvSpPr/>
            <p:nvPr/>
          </p:nvSpPr>
          <p:spPr>
            <a:xfrm>
              <a:off x="602297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3" name="矩形 152">
              <a:extLst>
                <a:ext uri="{FF2B5EF4-FFF2-40B4-BE49-F238E27FC236}">
                  <a16:creationId xmlns:a16="http://schemas.microsoft.com/office/drawing/2014/main" id="{A4E7AC33-D2CC-3B53-CEB7-C43152A41473}"/>
                </a:ext>
              </a:extLst>
            </p:cNvPr>
            <p:cNvSpPr/>
            <p:nvPr/>
          </p:nvSpPr>
          <p:spPr>
            <a:xfrm>
              <a:off x="620331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4" name="矩形 153">
              <a:extLst>
                <a:ext uri="{FF2B5EF4-FFF2-40B4-BE49-F238E27FC236}">
                  <a16:creationId xmlns:a16="http://schemas.microsoft.com/office/drawing/2014/main" id="{F5A178D5-DBAD-88E5-C46C-0BF380843D61}"/>
                </a:ext>
              </a:extLst>
            </p:cNvPr>
            <p:cNvSpPr/>
            <p:nvPr/>
          </p:nvSpPr>
          <p:spPr>
            <a:xfrm>
              <a:off x="638302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5" name="矩形 154">
              <a:extLst>
                <a:ext uri="{FF2B5EF4-FFF2-40B4-BE49-F238E27FC236}">
                  <a16:creationId xmlns:a16="http://schemas.microsoft.com/office/drawing/2014/main" id="{732ED5A1-90DF-74F7-E0A0-FB0412EF6C99}"/>
                </a:ext>
              </a:extLst>
            </p:cNvPr>
            <p:cNvSpPr/>
            <p:nvPr/>
          </p:nvSpPr>
          <p:spPr>
            <a:xfrm>
              <a:off x="656336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6" name="矩形 155">
              <a:extLst>
                <a:ext uri="{FF2B5EF4-FFF2-40B4-BE49-F238E27FC236}">
                  <a16:creationId xmlns:a16="http://schemas.microsoft.com/office/drawing/2014/main" id="{85375C22-7463-9E4F-3A2A-B2BAA7E3D936}"/>
                </a:ext>
              </a:extLst>
            </p:cNvPr>
            <p:cNvSpPr/>
            <p:nvPr/>
          </p:nvSpPr>
          <p:spPr>
            <a:xfrm>
              <a:off x="6922770" y="196659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7" name="矩形 156">
              <a:extLst>
                <a:ext uri="{FF2B5EF4-FFF2-40B4-BE49-F238E27FC236}">
                  <a16:creationId xmlns:a16="http://schemas.microsoft.com/office/drawing/2014/main" id="{970CC05F-B3D1-C94A-0CBF-98CA1567C9DF}"/>
                </a:ext>
              </a:extLst>
            </p:cNvPr>
            <p:cNvSpPr/>
            <p:nvPr/>
          </p:nvSpPr>
          <p:spPr>
            <a:xfrm>
              <a:off x="674306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8" name="矩形 157">
              <a:extLst>
                <a:ext uri="{FF2B5EF4-FFF2-40B4-BE49-F238E27FC236}">
                  <a16:creationId xmlns:a16="http://schemas.microsoft.com/office/drawing/2014/main" id="{FBE0B61A-47F3-DECB-270F-71BC5116A41A}"/>
                </a:ext>
              </a:extLst>
            </p:cNvPr>
            <p:cNvSpPr/>
            <p:nvPr/>
          </p:nvSpPr>
          <p:spPr>
            <a:xfrm>
              <a:off x="710311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9" name="矩形 158">
              <a:extLst>
                <a:ext uri="{FF2B5EF4-FFF2-40B4-BE49-F238E27FC236}">
                  <a16:creationId xmlns:a16="http://schemas.microsoft.com/office/drawing/2014/main" id="{D8361EBB-C020-E61D-979D-1C4D694F06E2}"/>
                </a:ext>
              </a:extLst>
            </p:cNvPr>
            <p:cNvSpPr/>
            <p:nvPr/>
          </p:nvSpPr>
          <p:spPr>
            <a:xfrm>
              <a:off x="728345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0" name="矩形 159">
              <a:extLst>
                <a:ext uri="{FF2B5EF4-FFF2-40B4-BE49-F238E27FC236}">
                  <a16:creationId xmlns:a16="http://schemas.microsoft.com/office/drawing/2014/main" id="{B17C04E1-8CD0-0DBA-82AB-7B19248D362F}"/>
                </a:ext>
              </a:extLst>
            </p:cNvPr>
            <p:cNvSpPr/>
            <p:nvPr/>
          </p:nvSpPr>
          <p:spPr>
            <a:xfrm>
              <a:off x="6922770" y="214693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1" name="矩形 160">
              <a:extLst>
                <a:ext uri="{FF2B5EF4-FFF2-40B4-BE49-F238E27FC236}">
                  <a16:creationId xmlns:a16="http://schemas.microsoft.com/office/drawing/2014/main" id="{001E4BF1-1B59-4465-D38C-ADCD53348CE7}"/>
                </a:ext>
              </a:extLst>
            </p:cNvPr>
            <p:cNvSpPr/>
            <p:nvPr/>
          </p:nvSpPr>
          <p:spPr>
            <a:xfrm>
              <a:off x="674306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2" name="矩形 161">
              <a:extLst>
                <a:ext uri="{FF2B5EF4-FFF2-40B4-BE49-F238E27FC236}">
                  <a16:creationId xmlns:a16="http://schemas.microsoft.com/office/drawing/2014/main" id="{694CDFDE-2208-5256-5EEC-FE770603AE3B}"/>
                </a:ext>
              </a:extLst>
            </p:cNvPr>
            <p:cNvSpPr/>
            <p:nvPr/>
          </p:nvSpPr>
          <p:spPr>
            <a:xfrm>
              <a:off x="710311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3" name="矩形 162">
              <a:extLst>
                <a:ext uri="{FF2B5EF4-FFF2-40B4-BE49-F238E27FC236}">
                  <a16:creationId xmlns:a16="http://schemas.microsoft.com/office/drawing/2014/main" id="{87AEF353-FA0C-D670-47C2-FB3C323ECD28}"/>
                </a:ext>
              </a:extLst>
            </p:cNvPr>
            <p:cNvSpPr/>
            <p:nvPr/>
          </p:nvSpPr>
          <p:spPr>
            <a:xfrm>
              <a:off x="728345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4" name="矩形 163">
              <a:extLst>
                <a:ext uri="{FF2B5EF4-FFF2-40B4-BE49-F238E27FC236}">
                  <a16:creationId xmlns:a16="http://schemas.microsoft.com/office/drawing/2014/main" id="{B328AF89-4158-82EC-0D45-0837230D740F}"/>
                </a:ext>
              </a:extLst>
            </p:cNvPr>
            <p:cNvSpPr/>
            <p:nvPr/>
          </p:nvSpPr>
          <p:spPr>
            <a:xfrm>
              <a:off x="6922770" y="232664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5" name="矩形 164">
              <a:extLst>
                <a:ext uri="{FF2B5EF4-FFF2-40B4-BE49-F238E27FC236}">
                  <a16:creationId xmlns:a16="http://schemas.microsoft.com/office/drawing/2014/main" id="{BE4E5212-A1A8-EB3A-2F51-7106778B6C84}"/>
                </a:ext>
              </a:extLst>
            </p:cNvPr>
            <p:cNvSpPr/>
            <p:nvPr/>
          </p:nvSpPr>
          <p:spPr>
            <a:xfrm>
              <a:off x="674306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6" name="矩形 165">
              <a:extLst>
                <a:ext uri="{FF2B5EF4-FFF2-40B4-BE49-F238E27FC236}">
                  <a16:creationId xmlns:a16="http://schemas.microsoft.com/office/drawing/2014/main" id="{E5C172E5-2D58-268D-1866-EBD6B0B6F0B2}"/>
                </a:ext>
              </a:extLst>
            </p:cNvPr>
            <p:cNvSpPr/>
            <p:nvPr/>
          </p:nvSpPr>
          <p:spPr>
            <a:xfrm>
              <a:off x="710311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7" name="矩形 166">
              <a:extLst>
                <a:ext uri="{FF2B5EF4-FFF2-40B4-BE49-F238E27FC236}">
                  <a16:creationId xmlns:a16="http://schemas.microsoft.com/office/drawing/2014/main" id="{30A51724-AA1D-C5CE-F2A3-059E9BFD7377}"/>
                </a:ext>
              </a:extLst>
            </p:cNvPr>
            <p:cNvSpPr/>
            <p:nvPr/>
          </p:nvSpPr>
          <p:spPr>
            <a:xfrm>
              <a:off x="728345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8" name="矩形 167">
              <a:extLst>
                <a:ext uri="{FF2B5EF4-FFF2-40B4-BE49-F238E27FC236}">
                  <a16:creationId xmlns:a16="http://schemas.microsoft.com/office/drawing/2014/main" id="{E70974E7-3B5D-F687-E052-657AEEBBFDCD}"/>
                </a:ext>
              </a:extLst>
            </p:cNvPr>
            <p:cNvSpPr/>
            <p:nvPr/>
          </p:nvSpPr>
          <p:spPr>
            <a:xfrm>
              <a:off x="6922770" y="250698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矩形 168">
              <a:extLst>
                <a:ext uri="{FF2B5EF4-FFF2-40B4-BE49-F238E27FC236}">
                  <a16:creationId xmlns:a16="http://schemas.microsoft.com/office/drawing/2014/main" id="{642A8988-303F-144F-3D51-50048A126DF0}"/>
                </a:ext>
              </a:extLst>
            </p:cNvPr>
            <p:cNvSpPr/>
            <p:nvPr/>
          </p:nvSpPr>
          <p:spPr>
            <a:xfrm>
              <a:off x="674306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0" name="矩形 169">
              <a:extLst>
                <a:ext uri="{FF2B5EF4-FFF2-40B4-BE49-F238E27FC236}">
                  <a16:creationId xmlns:a16="http://schemas.microsoft.com/office/drawing/2014/main" id="{388F8F12-A16D-AEC6-30D8-C330E2BFA64E}"/>
                </a:ext>
              </a:extLst>
            </p:cNvPr>
            <p:cNvSpPr/>
            <p:nvPr/>
          </p:nvSpPr>
          <p:spPr>
            <a:xfrm>
              <a:off x="710311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1" name="矩形 170">
              <a:extLst>
                <a:ext uri="{FF2B5EF4-FFF2-40B4-BE49-F238E27FC236}">
                  <a16:creationId xmlns:a16="http://schemas.microsoft.com/office/drawing/2014/main" id="{65291AEC-C765-118C-AA63-3AAD84DE4741}"/>
                </a:ext>
              </a:extLst>
            </p:cNvPr>
            <p:cNvSpPr/>
            <p:nvPr/>
          </p:nvSpPr>
          <p:spPr>
            <a:xfrm>
              <a:off x="728345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2" name="矩形 171">
              <a:extLst>
                <a:ext uri="{FF2B5EF4-FFF2-40B4-BE49-F238E27FC236}">
                  <a16:creationId xmlns:a16="http://schemas.microsoft.com/office/drawing/2014/main" id="{5FF9CAD4-C7FC-C050-9848-AA2B8C370DF2}"/>
                </a:ext>
              </a:extLst>
            </p:cNvPr>
            <p:cNvSpPr/>
            <p:nvPr/>
          </p:nvSpPr>
          <p:spPr>
            <a:xfrm>
              <a:off x="602297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3" name="矩形 172">
              <a:extLst>
                <a:ext uri="{FF2B5EF4-FFF2-40B4-BE49-F238E27FC236}">
                  <a16:creationId xmlns:a16="http://schemas.microsoft.com/office/drawing/2014/main" id="{49A823F8-34B1-35B1-1A62-C965D734A25D}"/>
                </a:ext>
              </a:extLst>
            </p:cNvPr>
            <p:cNvSpPr/>
            <p:nvPr/>
          </p:nvSpPr>
          <p:spPr>
            <a:xfrm>
              <a:off x="620331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4" name="矩形 173">
              <a:extLst>
                <a:ext uri="{FF2B5EF4-FFF2-40B4-BE49-F238E27FC236}">
                  <a16:creationId xmlns:a16="http://schemas.microsoft.com/office/drawing/2014/main" id="{087D409E-EE45-2FF3-3AA1-7CE8413598C4}"/>
                </a:ext>
              </a:extLst>
            </p:cNvPr>
            <p:cNvSpPr/>
            <p:nvPr/>
          </p:nvSpPr>
          <p:spPr>
            <a:xfrm>
              <a:off x="638302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5" name="矩形 174">
              <a:extLst>
                <a:ext uri="{FF2B5EF4-FFF2-40B4-BE49-F238E27FC236}">
                  <a16:creationId xmlns:a16="http://schemas.microsoft.com/office/drawing/2014/main" id="{8E07BD61-3052-F038-4A05-B4FFD1B80128}"/>
                </a:ext>
              </a:extLst>
            </p:cNvPr>
            <p:cNvSpPr/>
            <p:nvPr/>
          </p:nvSpPr>
          <p:spPr>
            <a:xfrm>
              <a:off x="656336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6" name="矩形 175">
              <a:extLst>
                <a:ext uri="{FF2B5EF4-FFF2-40B4-BE49-F238E27FC236}">
                  <a16:creationId xmlns:a16="http://schemas.microsoft.com/office/drawing/2014/main" id="{47C0A689-23E6-B822-C005-BD576A6ADBE5}"/>
                </a:ext>
              </a:extLst>
            </p:cNvPr>
            <p:cNvSpPr/>
            <p:nvPr/>
          </p:nvSpPr>
          <p:spPr>
            <a:xfrm>
              <a:off x="602297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7" name="矩形 176">
              <a:extLst>
                <a:ext uri="{FF2B5EF4-FFF2-40B4-BE49-F238E27FC236}">
                  <a16:creationId xmlns:a16="http://schemas.microsoft.com/office/drawing/2014/main" id="{8E3A21B1-4B64-ADB9-3B76-771741314DA5}"/>
                </a:ext>
              </a:extLst>
            </p:cNvPr>
            <p:cNvSpPr/>
            <p:nvPr/>
          </p:nvSpPr>
          <p:spPr>
            <a:xfrm>
              <a:off x="620331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8" name="矩形 177">
              <a:extLst>
                <a:ext uri="{FF2B5EF4-FFF2-40B4-BE49-F238E27FC236}">
                  <a16:creationId xmlns:a16="http://schemas.microsoft.com/office/drawing/2014/main" id="{B4F7C632-2754-9045-CD24-1B1098B49ED9}"/>
                </a:ext>
              </a:extLst>
            </p:cNvPr>
            <p:cNvSpPr/>
            <p:nvPr/>
          </p:nvSpPr>
          <p:spPr>
            <a:xfrm>
              <a:off x="638302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9" name="矩形 178">
              <a:extLst>
                <a:ext uri="{FF2B5EF4-FFF2-40B4-BE49-F238E27FC236}">
                  <a16:creationId xmlns:a16="http://schemas.microsoft.com/office/drawing/2014/main" id="{8174D961-8697-2533-94E0-371F51935D07}"/>
                </a:ext>
              </a:extLst>
            </p:cNvPr>
            <p:cNvSpPr/>
            <p:nvPr/>
          </p:nvSpPr>
          <p:spPr>
            <a:xfrm>
              <a:off x="656336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0" name="矩形 179">
              <a:extLst>
                <a:ext uri="{FF2B5EF4-FFF2-40B4-BE49-F238E27FC236}">
                  <a16:creationId xmlns:a16="http://schemas.microsoft.com/office/drawing/2014/main" id="{4EFB04E4-D0A7-F8A1-4CB4-D2C3C317512E}"/>
                </a:ext>
              </a:extLst>
            </p:cNvPr>
            <p:cNvSpPr/>
            <p:nvPr/>
          </p:nvSpPr>
          <p:spPr>
            <a:xfrm>
              <a:off x="602297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1" name="矩形 180">
              <a:extLst>
                <a:ext uri="{FF2B5EF4-FFF2-40B4-BE49-F238E27FC236}">
                  <a16:creationId xmlns:a16="http://schemas.microsoft.com/office/drawing/2014/main" id="{D8E74C66-2111-30F4-26D3-F2879792BB87}"/>
                </a:ext>
              </a:extLst>
            </p:cNvPr>
            <p:cNvSpPr/>
            <p:nvPr/>
          </p:nvSpPr>
          <p:spPr>
            <a:xfrm>
              <a:off x="620331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2" name="矩形 181">
              <a:extLst>
                <a:ext uri="{FF2B5EF4-FFF2-40B4-BE49-F238E27FC236}">
                  <a16:creationId xmlns:a16="http://schemas.microsoft.com/office/drawing/2014/main" id="{8A8DEA11-99A3-CF9C-5F58-7D16B005E15E}"/>
                </a:ext>
              </a:extLst>
            </p:cNvPr>
            <p:cNvSpPr/>
            <p:nvPr/>
          </p:nvSpPr>
          <p:spPr>
            <a:xfrm>
              <a:off x="638302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3" name="矩形 182">
              <a:extLst>
                <a:ext uri="{FF2B5EF4-FFF2-40B4-BE49-F238E27FC236}">
                  <a16:creationId xmlns:a16="http://schemas.microsoft.com/office/drawing/2014/main" id="{6AA02C9B-1DDD-7422-AA18-C69816741CC5}"/>
                </a:ext>
              </a:extLst>
            </p:cNvPr>
            <p:cNvSpPr/>
            <p:nvPr/>
          </p:nvSpPr>
          <p:spPr>
            <a:xfrm>
              <a:off x="656336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矩形 183">
              <a:extLst>
                <a:ext uri="{FF2B5EF4-FFF2-40B4-BE49-F238E27FC236}">
                  <a16:creationId xmlns:a16="http://schemas.microsoft.com/office/drawing/2014/main" id="{29904760-1A09-2821-0546-6F209447AD8B}"/>
                </a:ext>
              </a:extLst>
            </p:cNvPr>
            <p:cNvSpPr/>
            <p:nvPr/>
          </p:nvSpPr>
          <p:spPr>
            <a:xfrm>
              <a:off x="602297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5" name="矩形 184">
              <a:extLst>
                <a:ext uri="{FF2B5EF4-FFF2-40B4-BE49-F238E27FC236}">
                  <a16:creationId xmlns:a16="http://schemas.microsoft.com/office/drawing/2014/main" id="{6FC36208-FFD8-08B1-1273-8F09534515C1}"/>
                </a:ext>
              </a:extLst>
            </p:cNvPr>
            <p:cNvSpPr/>
            <p:nvPr/>
          </p:nvSpPr>
          <p:spPr>
            <a:xfrm>
              <a:off x="620331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6" name="矩形 185">
              <a:extLst>
                <a:ext uri="{FF2B5EF4-FFF2-40B4-BE49-F238E27FC236}">
                  <a16:creationId xmlns:a16="http://schemas.microsoft.com/office/drawing/2014/main" id="{B69DA5F5-83AC-E6B1-01FF-668F7EA09C6F}"/>
                </a:ext>
              </a:extLst>
            </p:cNvPr>
            <p:cNvSpPr/>
            <p:nvPr/>
          </p:nvSpPr>
          <p:spPr>
            <a:xfrm>
              <a:off x="638302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7" name="矩形 186">
              <a:extLst>
                <a:ext uri="{FF2B5EF4-FFF2-40B4-BE49-F238E27FC236}">
                  <a16:creationId xmlns:a16="http://schemas.microsoft.com/office/drawing/2014/main" id="{A6A6BA75-AAF9-B638-DC3B-ACB2534C163D}"/>
                </a:ext>
              </a:extLst>
            </p:cNvPr>
            <p:cNvSpPr/>
            <p:nvPr/>
          </p:nvSpPr>
          <p:spPr>
            <a:xfrm>
              <a:off x="656336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8" name="矩形 187">
              <a:extLst>
                <a:ext uri="{FF2B5EF4-FFF2-40B4-BE49-F238E27FC236}">
                  <a16:creationId xmlns:a16="http://schemas.microsoft.com/office/drawing/2014/main" id="{92032753-4DDE-1FE7-829C-ED39EA499577}"/>
                </a:ext>
              </a:extLst>
            </p:cNvPr>
            <p:cNvSpPr/>
            <p:nvPr/>
          </p:nvSpPr>
          <p:spPr>
            <a:xfrm>
              <a:off x="6922770" y="268668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9" name="矩形 188">
              <a:extLst>
                <a:ext uri="{FF2B5EF4-FFF2-40B4-BE49-F238E27FC236}">
                  <a16:creationId xmlns:a16="http://schemas.microsoft.com/office/drawing/2014/main" id="{BB97F7D9-C19F-D3AA-D097-C8441EBF59DF}"/>
                </a:ext>
              </a:extLst>
            </p:cNvPr>
            <p:cNvSpPr/>
            <p:nvPr/>
          </p:nvSpPr>
          <p:spPr>
            <a:xfrm>
              <a:off x="674306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0" name="矩形 189">
              <a:extLst>
                <a:ext uri="{FF2B5EF4-FFF2-40B4-BE49-F238E27FC236}">
                  <a16:creationId xmlns:a16="http://schemas.microsoft.com/office/drawing/2014/main" id="{FCC68D79-BAC8-FFAA-6755-BB40F737D7BF}"/>
                </a:ext>
              </a:extLst>
            </p:cNvPr>
            <p:cNvSpPr/>
            <p:nvPr/>
          </p:nvSpPr>
          <p:spPr>
            <a:xfrm>
              <a:off x="710311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1" name="矩形 190">
              <a:extLst>
                <a:ext uri="{FF2B5EF4-FFF2-40B4-BE49-F238E27FC236}">
                  <a16:creationId xmlns:a16="http://schemas.microsoft.com/office/drawing/2014/main" id="{44F59C38-989C-B8C4-C96D-65ECD481DB5A}"/>
                </a:ext>
              </a:extLst>
            </p:cNvPr>
            <p:cNvSpPr/>
            <p:nvPr/>
          </p:nvSpPr>
          <p:spPr>
            <a:xfrm>
              <a:off x="728345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2" name="矩形 191">
              <a:extLst>
                <a:ext uri="{FF2B5EF4-FFF2-40B4-BE49-F238E27FC236}">
                  <a16:creationId xmlns:a16="http://schemas.microsoft.com/office/drawing/2014/main" id="{46C8F120-92DF-AFF9-4E58-94A399209484}"/>
                </a:ext>
              </a:extLst>
            </p:cNvPr>
            <p:cNvSpPr/>
            <p:nvPr/>
          </p:nvSpPr>
          <p:spPr>
            <a:xfrm>
              <a:off x="6922770" y="286702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3" name="矩形 192">
              <a:extLst>
                <a:ext uri="{FF2B5EF4-FFF2-40B4-BE49-F238E27FC236}">
                  <a16:creationId xmlns:a16="http://schemas.microsoft.com/office/drawing/2014/main" id="{9E1B61FC-DCB8-D417-2DC9-8E4981AB8C28}"/>
                </a:ext>
              </a:extLst>
            </p:cNvPr>
            <p:cNvSpPr/>
            <p:nvPr/>
          </p:nvSpPr>
          <p:spPr>
            <a:xfrm>
              <a:off x="674306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4" name="矩形 193">
              <a:extLst>
                <a:ext uri="{FF2B5EF4-FFF2-40B4-BE49-F238E27FC236}">
                  <a16:creationId xmlns:a16="http://schemas.microsoft.com/office/drawing/2014/main" id="{1C5B9BC4-4AEC-E343-6689-54F9E2D69C23}"/>
                </a:ext>
              </a:extLst>
            </p:cNvPr>
            <p:cNvSpPr/>
            <p:nvPr/>
          </p:nvSpPr>
          <p:spPr>
            <a:xfrm>
              <a:off x="710311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5" name="矩形 194">
              <a:extLst>
                <a:ext uri="{FF2B5EF4-FFF2-40B4-BE49-F238E27FC236}">
                  <a16:creationId xmlns:a16="http://schemas.microsoft.com/office/drawing/2014/main" id="{88726F19-04B4-0342-757C-C497EAF81D1B}"/>
                </a:ext>
              </a:extLst>
            </p:cNvPr>
            <p:cNvSpPr/>
            <p:nvPr/>
          </p:nvSpPr>
          <p:spPr>
            <a:xfrm>
              <a:off x="728345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6" name="矩形 195">
              <a:extLst>
                <a:ext uri="{FF2B5EF4-FFF2-40B4-BE49-F238E27FC236}">
                  <a16:creationId xmlns:a16="http://schemas.microsoft.com/office/drawing/2014/main" id="{EA8534D5-FA22-4869-AED5-2FE2C0966CD2}"/>
                </a:ext>
              </a:extLst>
            </p:cNvPr>
            <p:cNvSpPr/>
            <p:nvPr/>
          </p:nvSpPr>
          <p:spPr>
            <a:xfrm>
              <a:off x="6922770" y="304673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7" name="矩形 196">
              <a:extLst>
                <a:ext uri="{FF2B5EF4-FFF2-40B4-BE49-F238E27FC236}">
                  <a16:creationId xmlns:a16="http://schemas.microsoft.com/office/drawing/2014/main" id="{8214F3DC-41A6-84A2-A518-55C64E954E13}"/>
                </a:ext>
              </a:extLst>
            </p:cNvPr>
            <p:cNvSpPr/>
            <p:nvPr/>
          </p:nvSpPr>
          <p:spPr>
            <a:xfrm>
              <a:off x="674306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矩形 197">
              <a:extLst>
                <a:ext uri="{FF2B5EF4-FFF2-40B4-BE49-F238E27FC236}">
                  <a16:creationId xmlns:a16="http://schemas.microsoft.com/office/drawing/2014/main" id="{789B7020-BDD2-C24A-320B-948134D62B4E}"/>
                </a:ext>
              </a:extLst>
            </p:cNvPr>
            <p:cNvSpPr/>
            <p:nvPr/>
          </p:nvSpPr>
          <p:spPr>
            <a:xfrm>
              <a:off x="710311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矩形 198">
              <a:extLst>
                <a:ext uri="{FF2B5EF4-FFF2-40B4-BE49-F238E27FC236}">
                  <a16:creationId xmlns:a16="http://schemas.microsoft.com/office/drawing/2014/main" id="{F3E4436D-767F-576B-5514-9CCE3C542993}"/>
                </a:ext>
              </a:extLst>
            </p:cNvPr>
            <p:cNvSpPr/>
            <p:nvPr/>
          </p:nvSpPr>
          <p:spPr>
            <a:xfrm>
              <a:off x="728345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0" name="矩形 199">
              <a:extLst>
                <a:ext uri="{FF2B5EF4-FFF2-40B4-BE49-F238E27FC236}">
                  <a16:creationId xmlns:a16="http://schemas.microsoft.com/office/drawing/2014/main" id="{25ECC09B-737A-C6FE-1A78-90277C3C4444}"/>
                </a:ext>
              </a:extLst>
            </p:cNvPr>
            <p:cNvSpPr/>
            <p:nvPr/>
          </p:nvSpPr>
          <p:spPr>
            <a:xfrm>
              <a:off x="6922770" y="322707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1" name="矩形 200">
              <a:extLst>
                <a:ext uri="{FF2B5EF4-FFF2-40B4-BE49-F238E27FC236}">
                  <a16:creationId xmlns:a16="http://schemas.microsoft.com/office/drawing/2014/main" id="{5A814971-F92B-88B9-6E88-92A6520C5B4B}"/>
                </a:ext>
              </a:extLst>
            </p:cNvPr>
            <p:cNvSpPr/>
            <p:nvPr/>
          </p:nvSpPr>
          <p:spPr>
            <a:xfrm>
              <a:off x="674306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2" name="矩形 201">
              <a:extLst>
                <a:ext uri="{FF2B5EF4-FFF2-40B4-BE49-F238E27FC236}">
                  <a16:creationId xmlns:a16="http://schemas.microsoft.com/office/drawing/2014/main" id="{D65B96C1-60C9-4693-5DD1-87C9C9D9294F}"/>
                </a:ext>
              </a:extLst>
            </p:cNvPr>
            <p:cNvSpPr/>
            <p:nvPr/>
          </p:nvSpPr>
          <p:spPr>
            <a:xfrm>
              <a:off x="710311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3" name="矩形 202">
              <a:extLst>
                <a:ext uri="{FF2B5EF4-FFF2-40B4-BE49-F238E27FC236}">
                  <a16:creationId xmlns:a16="http://schemas.microsoft.com/office/drawing/2014/main" id="{52DE3EF3-BCB7-DE2C-FC84-F07CE6D69368}"/>
                </a:ext>
              </a:extLst>
            </p:cNvPr>
            <p:cNvSpPr/>
            <p:nvPr/>
          </p:nvSpPr>
          <p:spPr>
            <a:xfrm>
              <a:off x="728345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4" name="矩形 203">
              <a:extLst>
                <a:ext uri="{FF2B5EF4-FFF2-40B4-BE49-F238E27FC236}">
                  <a16:creationId xmlns:a16="http://schemas.microsoft.com/office/drawing/2014/main" id="{F53A7C40-90DB-55D9-3E53-7A60D2729D8C}"/>
                </a:ext>
              </a:extLst>
            </p:cNvPr>
            <p:cNvSpPr/>
            <p:nvPr/>
          </p:nvSpPr>
          <p:spPr>
            <a:xfrm>
              <a:off x="6031865" y="196659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15" name="组合 204">
              <a:extLst>
                <a:ext uri="{FF2B5EF4-FFF2-40B4-BE49-F238E27FC236}">
                  <a16:creationId xmlns:a16="http://schemas.microsoft.com/office/drawing/2014/main" id="{20559958-1F1E-5032-60A9-0105F2A13E65}"/>
                </a:ext>
              </a:extLst>
            </p:cNvPr>
            <p:cNvGrpSpPr/>
            <p:nvPr/>
          </p:nvGrpSpPr>
          <p:grpSpPr>
            <a:xfrm>
              <a:off x="5874385" y="1813560"/>
              <a:ext cx="306070" cy="306070"/>
              <a:chOff x="1716741" y="1106108"/>
              <a:chExt cx="306000" cy="306000"/>
            </a:xfrm>
          </p:grpSpPr>
          <p:sp>
            <p:nvSpPr>
              <p:cNvPr id="216" name="椭圆 205">
                <a:extLst>
                  <a:ext uri="{FF2B5EF4-FFF2-40B4-BE49-F238E27FC236}">
                    <a16:creationId xmlns:a16="http://schemas.microsoft.com/office/drawing/2014/main" id="{42FAD13C-D467-4D60-9798-0B03C833963C}"/>
                  </a:ext>
                </a:extLst>
              </p:cNvPr>
              <p:cNvSpPr/>
              <p:nvPr/>
            </p:nvSpPr>
            <p:spPr>
              <a:xfrm>
                <a:off x="1716741" y="1106108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06">
                    <a:extLst>
                      <a:ext uri="{FF2B5EF4-FFF2-40B4-BE49-F238E27FC236}">
                        <a16:creationId xmlns:a16="http://schemas.microsoft.com/office/drawing/2014/main" id="{0AD024D6-BA6B-F227-BD12-6573DB09E75F}"/>
                      </a:ext>
                    </a:extLst>
                  </p:cNvPr>
                  <p:cNvSpPr txBox="1"/>
                  <p:nvPr/>
                </p:nvSpPr>
                <p:spPr>
                  <a:xfrm>
                    <a:off x="1783179" y="1151386"/>
                    <a:ext cx="17312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0页"/>
          <p:cNvGrpSpPr/>
          <p:nvPr/>
        </p:nvGrpSpPr>
        <p:grpSpPr>
          <a:xfrm>
            <a:off x="4142581" y="2220722"/>
            <a:ext cx="3906837" cy="3902456"/>
            <a:chOff x="4074795" y="1813560"/>
            <a:chExt cx="3397250" cy="3393440"/>
          </a:xfrm>
        </p:grpSpPr>
        <p:sp>
          <p:nvSpPr>
            <p:cNvPr id="14" name="矩形 1">
              <a:extLst>
                <a:ext uri="{FF2B5EF4-FFF2-40B4-BE49-F238E27FC236}">
                  <a16:creationId xmlns:a16="http://schemas.microsoft.com/office/drawing/2014/main" id="{8A5934B6-D1B3-910E-02B8-E5DC017ADF9D}"/>
                </a:ext>
              </a:extLst>
            </p:cNvPr>
            <p:cNvSpPr/>
            <p:nvPr/>
          </p:nvSpPr>
          <p:spPr>
            <a:xfrm>
              <a:off x="656907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矩形 3">
              <a:extLst>
                <a:ext uri="{FF2B5EF4-FFF2-40B4-BE49-F238E27FC236}">
                  <a16:creationId xmlns:a16="http://schemas.microsoft.com/office/drawing/2014/main" id="{F231C169-01E4-1D4D-6ADB-FE0DFE2338FD}"/>
                </a:ext>
              </a:extLst>
            </p:cNvPr>
            <p:cNvSpPr/>
            <p:nvPr/>
          </p:nvSpPr>
          <p:spPr>
            <a:xfrm>
              <a:off x="656907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DB4F9EB8-CA62-25E1-81BE-36BE109262B0}"/>
                </a:ext>
              </a:extLst>
            </p:cNvPr>
            <p:cNvSpPr/>
            <p:nvPr/>
          </p:nvSpPr>
          <p:spPr>
            <a:xfrm>
              <a:off x="656907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5">
              <a:extLst>
                <a:ext uri="{FF2B5EF4-FFF2-40B4-BE49-F238E27FC236}">
                  <a16:creationId xmlns:a16="http://schemas.microsoft.com/office/drawing/2014/main" id="{EAC5EB87-73FD-6169-98CA-ACDFE4B5092D}"/>
                </a:ext>
              </a:extLst>
            </p:cNvPr>
            <p:cNvSpPr/>
            <p:nvPr/>
          </p:nvSpPr>
          <p:spPr>
            <a:xfrm>
              <a:off x="656907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6">
              <a:extLst>
                <a:ext uri="{FF2B5EF4-FFF2-40B4-BE49-F238E27FC236}">
                  <a16:creationId xmlns:a16="http://schemas.microsoft.com/office/drawing/2014/main" id="{AB252B78-FC45-BECD-B651-31CACB6CFA05}"/>
                </a:ext>
              </a:extLst>
            </p:cNvPr>
            <p:cNvSpPr/>
            <p:nvPr/>
          </p:nvSpPr>
          <p:spPr>
            <a:xfrm>
              <a:off x="656907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7">
              <a:extLst>
                <a:ext uri="{FF2B5EF4-FFF2-40B4-BE49-F238E27FC236}">
                  <a16:creationId xmlns:a16="http://schemas.microsoft.com/office/drawing/2014/main" id="{3084A608-DEC1-F5DB-E346-5704DC82F6DF}"/>
                </a:ext>
              </a:extLst>
            </p:cNvPr>
            <p:cNvSpPr/>
            <p:nvPr/>
          </p:nvSpPr>
          <p:spPr>
            <a:xfrm>
              <a:off x="602869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矩形 8">
              <a:extLst>
                <a:ext uri="{FF2B5EF4-FFF2-40B4-BE49-F238E27FC236}">
                  <a16:creationId xmlns:a16="http://schemas.microsoft.com/office/drawing/2014/main" id="{E4C880C9-E09D-620D-FDE5-304FE5E1870B}"/>
                </a:ext>
              </a:extLst>
            </p:cNvPr>
            <p:cNvSpPr/>
            <p:nvPr/>
          </p:nvSpPr>
          <p:spPr>
            <a:xfrm>
              <a:off x="620903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矩形 9">
              <a:extLst>
                <a:ext uri="{FF2B5EF4-FFF2-40B4-BE49-F238E27FC236}">
                  <a16:creationId xmlns:a16="http://schemas.microsoft.com/office/drawing/2014/main" id="{62293690-7405-71C4-2724-A90A94B022C0}"/>
                </a:ext>
              </a:extLst>
            </p:cNvPr>
            <p:cNvSpPr/>
            <p:nvPr/>
          </p:nvSpPr>
          <p:spPr>
            <a:xfrm>
              <a:off x="638873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矩形 10">
              <a:extLst>
                <a:ext uri="{FF2B5EF4-FFF2-40B4-BE49-F238E27FC236}">
                  <a16:creationId xmlns:a16="http://schemas.microsoft.com/office/drawing/2014/main" id="{50239024-A928-452D-0164-757AA1BD7059}"/>
                </a:ext>
              </a:extLst>
            </p:cNvPr>
            <p:cNvSpPr/>
            <p:nvPr/>
          </p:nvSpPr>
          <p:spPr>
            <a:xfrm>
              <a:off x="656907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矩形 11">
              <a:extLst>
                <a:ext uri="{FF2B5EF4-FFF2-40B4-BE49-F238E27FC236}">
                  <a16:creationId xmlns:a16="http://schemas.microsoft.com/office/drawing/2014/main" id="{8B50E8B5-70A8-6482-E71B-702575C0D357}"/>
                </a:ext>
              </a:extLst>
            </p:cNvPr>
            <p:cNvSpPr/>
            <p:nvPr/>
          </p:nvSpPr>
          <p:spPr>
            <a:xfrm>
              <a:off x="602869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矩形 12">
              <a:extLst>
                <a:ext uri="{FF2B5EF4-FFF2-40B4-BE49-F238E27FC236}">
                  <a16:creationId xmlns:a16="http://schemas.microsoft.com/office/drawing/2014/main" id="{C77B7BC3-A623-4B2A-404A-B39EF72A3D32}"/>
                </a:ext>
              </a:extLst>
            </p:cNvPr>
            <p:cNvSpPr/>
            <p:nvPr/>
          </p:nvSpPr>
          <p:spPr>
            <a:xfrm>
              <a:off x="620903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" name="矩形 13">
              <a:extLst>
                <a:ext uri="{FF2B5EF4-FFF2-40B4-BE49-F238E27FC236}">
                  <a16:creationId xmlns:a16="http://schemas.microsoft.com/office/drawing/2014/main" id="{2C9A3742-CF96-9CF2-656F-7E8F13CFEF10}"/>
                </a:ext>
              </a:extLst>
            </p:cNvPr>
            <p:cNvSpPr/>
            <p:nvPr/>
          </p:nvSpPr>
          <p:spPr>
            <a:xfrm>
              <a:off x="638873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" name="矩形 14">
              <a:extLst>
                <a:ext uri="{FF2B5EF4-FFF2-40B4-BE49-F238E27FC236}">
                  <a16:creationId xmlns:a16="http://schemas.microsoft.com/office/drawing/2014/main" id="{7DA576BD-BE99-3B0A-13AB-50E64ACAB3A6}"/>
                </a:ext>
              </a:extLst>
            </p:cNvPr>
            <p:cNvSpPr/>
            <p:nvPr/>
          </p:nvSpPr>
          <p:spPr>
            <a:xfrm>
              <a:off x="656907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15">
              <a:extLst>
                <a:ext uri="{FF2B5EF4-FFF2-40B4-BE49-F238E27FC236}">
                  <a16:creationId xmlns:a16="http://schemas.microsoft.com/office/drawing/2014/main" id="{EA52B446-5158-8E01-F51B-F5B1B3111A11}"/>
                </a:ext>
              </a:extLst>
            </p:cNvPr>
            <p:cNvSpPr/>
            <p:nvPr/>
          </p:nvSpPr>
          <p:spPr>
            <a:xfrm>
              <a:off x="602869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16">
              <a:extLst>
                <a:ext uri="{FF2B5EF4-FFF2-40B4-BE49-F238E27FC236}">
                  <a16:creationId xmlns:a16="http://schemas.microsoft.com/office/drawing/2014/main" id="{8A52AE3D-5C29-ED3C-D0C1-DB190EC5E740}"/>
                </a:ext>
              </a:extLst>
            </p:cNvPr>
            <p:cNvSpPr/>
            <p:nvPr/>
          </p:nvSpPr>
          <p:spPr>
            <a:xfrm>
              <a:off x="620903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矩形 17">
              <a:extLst>
                <a:ext uri="{FF2B5EF4-FFF2-40B4-BE49-F238E27FC236}">
                  <a16:creationId xmlns:a16="http://schemas.microsoft.com/office/drawing/2014/main" id="{9553494B-BF87-ADCC-E19C-D548C520FD60}"/>
                </a:ext>
              </a:extLst>
            </p:cNvPr>
            <p:cNvSpPr/>
            <p:nvPr/>
          </p:nvSpPr>
          <p:spPr>
            <a:xfrm>
              <a:off x="638873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" name="矩形 18">
              <a:extLst>
                <a:ext uri="{FF2B5EF4-FFF2-40B4-BE49-F238E27FC236}">
                  <a16:creationId xmlns:a16="http://schemas.microsoft.com/office/drawing/2014/main" id="{6C8A7306-017F-8983-D1CB-EB2D4CAE9E2F}"/>
                </a:ext>
              </a:extLst>
            </p:cNvPr>
            <p:cNvSpPr/>
            <p:nvPr/>
          </p:nvSpPr>
          <p:spPr>
            <a:xfrm>
              <a:off x="602869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矩形 19">
              <a:extLst>
                <a:ext uri="{FF2B5EF4-FFF2-40B4-BE49-F238E27FC236}">
                  <a16:creationId xmlns:a16="http://schemas.microsoft.com/office/drawing/2014/main" id="{22176CEE-F44D-1EEB-BF18-4469D1609AA9}"/>
                </a:ext>
              </a:extLst>
            </p:cNvPr>
            <p:cNvSpPr/>
            <p:nvPr/>
          </p:nvSpPr>
          <p:spPr>
            <a:xfrm>
              <a:off x="620903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419B64CC-27A3-50CF-1AD8-898E0D0B4FEE}"/>
                </a:ext>
              </a:extLst>
            </p:cNvPr>
            <p:cNvSpPr/>
            <p:nvPr/>
          </p:nvSpPr>
          <p:spPr>
            <a:xfrm>
              <a:off x="638873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3" name="矩形 21">
              <a:extLst>
                <a:ext uri="{FF2B5EF4-FFF2-40B4-BE49-F238E27FC236}">
                  <a16:creationId xmlns:a16="http://schemas.microsoft.com/office/drawing/2014/main" id="{CCC64B5C-26AB-9067-57CC-E3C9DA8CD170}"/>
                </a:ext>
              </a:extLst>
            </p:cNvPr>
            <p:cNvSpPr/>
            <p:nvPr/>
          </p:nvSpPr>
          <p:spPr>
            <a:xfrm>
              <a:off x="656907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4" name="矩形 22">
              <a:extLst>
                <a:ext uri="{FF2B5EF4-FFF2-40B4-BE49-F238E27FC236}">
                  <a16:creationId xmlns:a16="http://schemas.microsoft.com/office/drawing/2014/main" id="{3FE832D7-4EF8-CFE7-B20B-F369C8221A05}"/>
                </a:ext>
              </a:extLst>
            </p:cNvPr>
            <p:cNvSpPr/>
            <p:nvPr/>
          </p:nvSpPr>
          <p:spPr>
            <a:xfrm>
              <a:off x="674878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23">
              <a:extLst>
                <a:ext uri="{FF2B5EF4-FFF2-40B4-BE49-F238E27FC236}">
                  <a16:creationId xmlns:a16="http://schemas.microsoft.com/office/drawing/2014/main" id="{24EC3734-5D20-314E-F81A-6B3913A74399}"/>
                </a:ext>
              </a:extLst>
            </p:cNvPr>
            <p:cNvSpPr/>
            <p:nvPr/>
          </p:nvSpPr>
          <p:spPr>
            <a:xfrm>
              <a:off x="692912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24">
              <a:extLst>
                <a:ext uri="{FF2B5EF4-FFF2-40B4-BE49-F238E27FC236}">
                  <a16:creationId xmlns:a16="http://schemas.microsoft.com/office/drawing/2014/main" id="{CF05B9A0-1EC1-1F39-34EC-64FA33A94800}"/>
                </a:ext>
              </a:extLst>
            </p:cNvPr>
            <p:cNvSpPr/>
            <p:nvPr/>
          </p:nvSpPr>
          <p:spPr>
            <a:xfrm>
              <a:off x="710882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7" name="矩形 25">
              <a:extLst>
                <a:ext uri="{FF2B5EF4-FFF2-40B4-BE49-F238E27FC236}">
                  <a16:creationId xmlns:a16="http://schemas.microsoft.com/office/drawing/2014/main" id="{472F5381-1FF0-94FE-1679-6161375708B5}"/>
                </a:ext>
              </a:extLst>
            </p:cNvPr>
            <p:cNvSpPr/>
            <p:nvPr/>
          </p:nvSpPr>
          <p:spPr>
            <a:xfrm>
              <a:off x="728916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8" name="矩形 26">
              <a:extLst>
                <a:ext uri="{FF2B5EF4-FFF2-40B4-BE49-F238E27FC236}">
                  <a16:creationId xmlns:a16="http://schemas.microsoft.com/office/drawing/2014/main" id="{97B952FD-F183-FADA-DD45-5305665C405A}"/>
                </a:ext>
              </a:extLst>
            </p:cNvPr>
            <p:cNvSpPr/>
            <p:nvPr/>
          </p:nvSpPr>
          <p:spPr>
            <a:xfrm>
              <a:off x="674878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27">
              <a:extLst>
                <a:ext uri="{FF2B5EF4-FFF2-40B4-BE49-F238E27FC236}">
                  <a16:creationId xmlns:a16="http://schemas.microsoft.com/office/drawing/2014/main" id="{82242615-DF7A-0172-7BEB-8EE072E28E63}"/>
                </a:ext>
              </a:extLst>
            </p:cNvPr>
            <p:cNvSpPr/>
            <p:nvPr/>
          </p:nvSpPr>
          <p:spPr>
            <a:xfrm>
              <a:off x="692912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" name="矩形 28">
              <a:extLst>
                <a:ext uri="{FF2B5EF4-FFF2-40B4-BE49-F238E27FC236}">
                  <a16:creationId xmlns:a16="http://schemas.microsoft.com/office/drawing/2014/main" id="{F1A78DC1-146B-8B42-BD4B-C3ABDF64AABA}"/>
                </a:ext>
              </a:extLst>
            </p:cNvPr>
            <p:cNvSpPr/>
            <p:nvPr/>
          </p:nvSpPr>
          <p:spPr>
            <a:xfrm>
              <a:off x="710882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" name="矩形 29">
              <a:extLst>
                <a:ext uri="{FF2B5EF4-FFF2-40B4-BE49-F238E27FC236}">
                  <a16:creationId xmlns:a16="http://schemas.microsoft.com/office/drawing/2014/main" id="{51877187-851A-53F8-45B3-46857924091C}"/>
                </a:ext>
              </a:extLst>
            </p:cNvPr>
            <p:cNvSpPr/>
            <p:nvPr/>
          </p:nvSpPr>
          <p:spPr>
            <a:xfrm>
              <a:off x="728916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2" name="矩形 30">
              <a:extLst>
                <a:ext uri="{FF2B5EF4-FFF2-40B4-BE49-F238E27FC236}">
                  <a16:creationId xmlns:a16="http://schemas.microsoft.com/office/drawing/2014/main" id="{F4CFA4C4-7487-B485-2CD3-8B000A7AB8EE}"/>
                </a:ext>
              </a:extLst>
            </p:cNvPr>
            <p:cNvSpPr/>
            <p:nvPr/>
          </p:nvSpPr>
          <p:spPr>
            <a:xfrm>
              <a:off x="6928485" y="412686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3" name="矩形 31">
              <a:extLst>
                <a:ext uri="{FF2B5EF4-FFF2-40B4-BE49-F238E27FC236}">
                  <a16:creationId xmlns:a16="http://schemas.microsoft.com/office/drawing/2014/main" id="{DD58A481-C283-E670-188D-B15E3BE953CF}"/>
                </a:ext>
              </a:extLst>
            </p:cNvPr>
            <p:cNvSpPr/>
            <p:nvPr/>
          </p:nvSpPr>
          <p:spPr>
            <a:xfrm>
              <a:off x="710882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4" name="矩形 32">
              <a:extLst>
                <a:ext uri="{FF2B5EF4-FFF2-40B4-BE49-F238E27FC236}">
                  <a16:creationId xmlns:a16="http://schemas.microsoft.com/office/drawing/2014/main" id="{FAE22D9C-8132-B181-24B7-4594916BC6FF}"/>
                </a:ext>
              </a:extLst>
            </p:cNvPr>
            <p:cNvSpPr/>
            <p:nvPr/>
          </p:nvSpPr>
          <p:spPr>
            <a:xfrm>
              <a:off x="728916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5" name="矩形 33">
              <a:extLst>
                <a:ext uri="{FF2B5EF4-FFF2-40B4-BE49-F238E27FC236}">
                  <a16:creationId xmlns:a16="http://schemas.microsoft.com/office/drawing/2014/main" id="{A461BF35-308F-F9C8-B5B3-B9A9F44A607D}"/>
                </a:ext>
              </a:extLst>
            </p:cNvPr>
            <p:cNvSpPr/>
            <p:nvPr/>
          </p:nvSpPr>
          <p:spPr>
            <a:xfrm>
              <a:off x="6748780" y="412686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矩形 34">
              <a:extLst>
                <a:ext uri="{FF2B5EF4-FFF2-40B4-BE49-F238E27FC236}">
                  <a16:creationId xmlns:a16="http://schemas.microsoft.com/office/drawing/2014/main" id="{43DC93BC-12B1-6296-CD06-F646989493AB}"/>
                </a:ext>
              </a:extLst>
            </p:cNvPr>
            <p:cNvSpPr/>
            <p:nvPr/>
          </p:nvSpPr>
          <p:spPr>
            <a:xfrm>
              <a:off x="6928485" y="430593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矩形 35">
              <a:extLst>
                <a:ext uri="{FF2B5EF4-FFF2-40B4-BE49-F238E27FC236}">
                  <a16:creationId xmlns:a16="http://schemas.microsoft.com/office/drawing/2014/main" id="{6F1FBE6F-1472-1023-6154-E75F0C0D5E1F}"/>
                </a:ext>
              </a:extLst>
            </p:cNvPr>
            <p:cNvSpPr/>
            <p:nvPr/>
          </p:nvSpPr>
          <p:spPr>
            <a:xfrm>
              <a:off x="710882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矩形 36">
              <a:extLst>
                <a:ext uri="{FF2B5EF4-FFF2-40B4-BE49-F238E27FC236}">
                  <a16:creationId xmlns:a16="http://schemas.microsoft.com/office/drawing/2014/main" id="{2EFD54DA-9EB6-03B7-2A57-A4948D5951F4}"/>
                </a:ext>
              </a:extLst>
            </p:cNvPr>
            <p:cNvSpPr/>
            <p:nvPr/>
          </p:nvSpPr>
          <p:spPr>
            <a:xfrm>
              <a:off x="728916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矩形 37">
              <a:extLst>
                <a:ext uri="{FF2B5EF4-FFF2-40B4-BE49-F238E27FC236}">
                  <a16:creationId xmlns:a16="http://schemas.microsoft.com/office/drawing/2014/main" id="{25D411E9-E641-44A4-203D-25E0754BCEA4}"/>
                </a:ext>
              </a:extLst>
            </p:cNvPr>
            <p:cNvSpPr/>
            <p:nvPr/>
          </p:nvSpPr>
          <p:spPr>
            <a:xfrm>
              <a:off x="602869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矩形 38">
              <a:extLst>
                <a:ext uri="{FF2B5EF4-FFF2-40B4-BE49-F238E27FC236}">
                  <a16:creationId xmlns:a16="http://schemas.microsoft.com/office/drawing/2014/main" id="{47142D73-6519-9814-9CB1-2DB8451A5AE7}"/>
                </a:ext>
              </a:extLst>
            </p:cNvPr>
            <p:cNvSpPr/>
            <p:nvPr/>
          </p:nvSpPr>
          <p:spPr>
            <a:xfrm>
              <a:off x="620903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" name="矩形 39">
              <a:extLst>
                <a:ext uri="{FF2B5EF4-FFF2-40B4-BE49-F238E27FC236}">
                  <a16:creationId xmlns:a16="http://schemas.microsoft.com/office/drawing/2014/main" id="{CBB3FBB9-ABD0-233A-ECC4-22A711A36060}"/>
                </a:ext>
              </a:extLst>
            </p:cNvPr>
            <p:cNvSpPr/>
            <p:nvPr/>
          </p:nvSpPr>
          <p:spPr>
            <a:xfrm>
              <a:off x="638873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" name="矩形 40">
              <a:extLst>
                <a:ext uri="{FF2B5EF4-FFF2-40B4-BE49-F238E27FC236}">
                  <a16:creationId xmlns:a16="http://schemas.microsoft.com/office/drawing/2014/main" id="{BD69A6C9-C814-B988-77A3-12FCDF3958CF}"/>
                </a:ext>
              </a:extLst>
            </p:cNvPr>
            <p:cNvSpPr/>
            <p:nvPr/>
          </p:nvSpPr>
          <p:spPr>
            <a:xfrm>
              <a:off x="602869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3" name="矩形 41">
              <a:extLst>
                <a:ext uri="{FF2B5EF4-FFF2-40B4-BE49-F238E27FC236}">
                  <a16:creationId xmlns:a16="http://schemas.microsoft.com/office/drawing/2014/main" id="{5DE15EB8-4454-AAD8-9650-665D1F21B580}"/>
                </a:ext>
              </a:extLst>
            </p:cNvPr>
            <p:cNvSpPr/>
            <p:nvPr/>
          </p:nvSpPr>
          <p:spPr>
            <a:xfrm>
              <a:off x="620903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4" name="矩形 42">
              <a:extLst>
                <a:ext uri="{FF2B5EF4-FFF2-40B4-BE49-F238E27FC236}">
                  <a16:creationId xmlns:a16="http://schemas.microsoft.com/office/drawing/2014/main" id="{34FFD2D4-05CB-FEB5-8398-4DD5BEDE4E1E}"/>
                </a:ext>
              </a:extLst>
            </p:cNvPr>
            <p:cNvSpPr/>
            <p:nvPr/>
          </p:nvSpPr>
          <p:spPr>
            <a:xfrm>
              <a:off x="638873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" name="矩形 43">
              <a:extLst>
                <a:ext uri="{FF2B5EF4-FFF2-40B4-BE49-F238E27FC236}">
                  <a16:creationId xmlns:a16="http://schemas.microsoft.com/office/drawing/2014/main" id="{4CFDA7F7-A719-460E-D0C1-FDF63996C149}"/>
                </a:ext>
              </a:extLst>
            </p:cNvPr>
            <p:cNvSpPr/>
            <p:nvPr/>
          </p:nvSpPr>
          <p:spPr>
            <a:xfrm>
              <a:off x="602869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" name="矩形 44">
              <a:extLst>
                <a:ext uri="{FF2B5EF4-FFF2-40B4-BE49-F238E27FC236}">
                  <a16:creationId xmlns:a16="http://schemas.microsoft.com/office/drawing/2014/main" id="{200EAD16-0955-43D4-A686-798FF5453D89}"/>
                </a:ext>
              </a:extLst>
            </p:cNvPr>
            <p:cNvSpPr/>
            <p:nvPr/>
          </p:nvSpPr>
          <p:spPr>
            <a:xfrm>
              <a:off x="620903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7" name="矩形 45">
              <a:extLst>
                <a:ext uri="{FF2B5EF4-FFF2-40B4-BE49-F238E27FC236}">
                  <a16:creationId xmlns:a16="http://schemas.microsoft.com/office/drawing/2014/main" id="{F282DB7F-DE0D-69E5-563F-CE245C9E675C}"/>
                </a:ext>
              </a:extLst>
            </p:cNvPr>
            <p:cNvSpPr/>
            <p:nvPr/>
          </p:nvSpPr>
          <p:spPr>
            <a:xfrm>
              <a:off x="638873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" name="矩形 46">
              <a:extLst>
                <a:ext uri="{FF2B5EF4-FFF2-40B4-BE49-F238E27FC236}">
                  <a16:creationId xmlns:a16="http://schemas.microsoft.com/office/drawing/2014/main" id="{12C458AA-8E58-EB9D-46E3-DDB61391C26C}"/>
                </a:ext>
              </a:extLst>
            </p:cNvPr>
            <p:cNvSpPr/>
            <p:nvPr/>
          </p:nvSpPr>
          <p:spPr>
            <a:xfrm>
              <a:off x="602869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" name="矩形 47">
              <a:extLst>
                <a:ext uri="{FF2B5EF4-FFF2-40B4-BE49-F238E27FC236}">
                  <a16:creationId xmlns:a16="http://schemas.microsoft.com/office/drawing/2014/main" id="{1E0005DC-4705-65E3-139E-630B4F52FC34}"/>
                </a:ext>
              </a:extLst>
            </p:cNvPr>
            <p:cNvSpPr/>
            <p:nvPr/>
          </p:nvSpPr>
          <p:spPr>
            <a:xfrm>
              <a:off x="620903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0" name="矩形 48">
              <a:extLst>
                <a:ext uri="{FF2B5EF4-FFF2-40B4-BE49-F238E27FC236}">
                  <a16:creationId xmlns:a16="http://schemas.microsoft.com/office/drawing/2014/main" id="{549887B5-723E-ADB3-9A03-3195385F7A35}"/>
                </a:ext>
              </a:extLst>
            </p:cNvPr>
            <p:cNvSpPr/>
            <p:nvPr/>
          </p:nvSpPr>
          <p:spPr>
            <a:xfrm>
              <a:off x="638873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1" name="矩形 49">
              <a:extLst>
                <a:ext uri="{FF2B5EF4-FFF2-40B4-BE49-F238E27FC236}">
                  <a16:creationId xmlns:a16="http://schemas.microsoft.com/office/drawing/2014/main" id="{E4E46185-85E6-99F4-AF40-AD1D47DDE767}"/>
                </a:ext>
              </a:extLst>
            </p:cNvPr>
            <p:cNvSpPr/>
            <p:nvPr/>
          </p:nvSpPr>
          <p:spPr>
            <a:xfrm>
              <a:off x="674878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2" name="矩形 50">
              <a:extLst>
                <a:ext uri="{FF2B5EF4-FFF2-40B4-BE49-F238E27FC236}">
                  <a16:creationId xmlns:a16="http://schemas.microsoft.com/office/drawing/2014/main" id="{108FBDEE-6F3E-9F59-F724-2E424338A557}"/>
                </a:ext>
              </a:extLst>
            </p:cNvPr>
            <p:cNvSpPr/>
            <p:nvPr/>
          </p:nvSpPr>
          <p:spPr>
            <a:xfrm>
              <a:off x="692912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3" name="矩形 51">
              <a:extLst>
                <a:ext uri="{FF2B5EF4-FFF2-40B4-BE49-F238E27FC236}">
                  <a16:creationId xmlns:a16="http://schemas.microsoft.com/office/drawing/2014/main" id="{8DF70821-30F5-8BAF-76DC-0E3AC1722A76}"/>
                </a:ext>
              </a:extLst>
            </p:cNvPr>
            <p:cNvSpPr/>
            <p:nvPr/>
          </p:nvSpPr>
          <p:spPr>
            <a:xfrm>
              <a:off x="710882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4" name="矩形 52">
              <a:extLst>
                <a:ext uri="{FF2B5EF4-FFF2-40B4-BE49-F238E27FC236}">
                  <a16:creationId xmlns:a16="http://schemas.microsoft.com/office/drawing/2014/main" id="{F2491A63-AE3F-0E5F-4FED-55400277C289}"/>
                </a:ext>
              </a:extLst>
            </p:cNvPr>
            <p:cNvSpPr/>
            <p:nvPr/>
          </p:nvSpPr>
          <p:spPr>
            <a:xfrm>
              <a:off x="728916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5" name="矩形 53">
              <a:extLst>
                <a:ext uri="{FF2B5EF4-FFF2-40B4-BE49-F238E27FC236}">
                  <a16:creationId xmlns:a16="http://schemas.microsoft.com/office/drawing/2014/main" id="{1EB41BB5-C065-D0AD-1A75-7A5E0E5267C2}"/>
                </a:ext>
              </a:extLst>
            </p:cNvPr>
            <p:cNvSpPr/>
            <p:nvPr/>
          </p:nvSpPr>
          <p:spPr>
            <a:xfrm>
              <a:off x="674878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54">
              <a:extLst>
                <a:ext uri="{FF2B5EF4-FFF2-40B4-BE49-F238E27FC236}">
                  <a16:creationId xmlns:a16="http://schemas.microsoft.com/office/drawing/2014/main" id="{2C2F430C-7C48-20BC-A636-A04AC96DB77C}"/>
                </a:ext>
              </a:extLst>
            </p:cNvPr>
            <p:cNvSpPr/>
            <p:nvPr/>
          </p:nvSpPr>
          <p:spPr>
            <a:xfrm>
              <a:off x="692912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矩形 55">
              <a:extLst>
                <a:ext uri="{FF2B5EF4-FFF2-40B4-BE49-F238E27FC236}">
                  <a16:creationId xmlns:a16="http://schemas.microsoft.com/office/drawing/2014/main" id="{43FE21B0-DD14-5B8F-46D7-07BA0A102F48}"/>
                </a:ext>
              </a:extLst>
            </p:cNvPr>
            <p:cNvSpPr/>
            <p:nvPr/>
          </p:nvSpPr>
          <p:spPr>
            <a:xfrm>
              <a:off x="710882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" name="矩形 56">
              <a:extLst>
                <a:ext uri="{FF2B5EF4-FFF2-40B4-BE49-F238E27FC236}">
                  <a16:creationId xmlns:a16="http://schemas.microsoft.com/office/drawing/2014/main" id="{8D4E48F5-516D-BF6A-F545-F04533BCBC99}"/>
                </a:ext>
              </a:extLst>
            </p:cNvPr>
            <p:cNvSpPr/>
            <p:nvPr/>
          </p:nvSpPr>
          <p:spPr>
            <a:xfrm>
              <a:off x="728916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9" name="矩形 57">
              <a:extLst>
                <a:ext uri="{FF2B5EF4-FFF2-40B4-BE49-F238E27FC236}">
                  <a16:creationId xmlns:a16="http://schemas.microsoft.com/office/drawing/2014/main" id="{715FCAF6-4405-4756-0FA6-FAE92B8C7503}"/>
                </a:ext>
              </a:extLst>
            </p:cNvPr>
            <p:cNvSpPr/>
            <p:nvPr/>
          </p:nvSpPr>
          <p:spPr>
            <a:xfrm>
              <a:off x="674878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0" name="矩形 58">
              <a:extLst>
                <a:ext uri="{FF2B5EF4-FFF2-40B4-BE49-F238E27FC236}">
                  <a16:creationId xmlns:a16="http://schemas.microsoft.com/office/drawing/2014/main" id="{72F4DD75-43A5-EFC8-259E-F0A914BCB40C}"/>
                </a:ext>
              </a:extLst>
            </p:cNvPr>
            <p:cNvSpPr/>
            <p:nvPr/>
          </p:nvSpPr>
          <p:spPr>
            <a:xfrm>
              <a:off x="692912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1" name="矩形 59">
              <a:extLst>
                <a:ext uri="{FF2B5EF4-FFF2-40B4-BE49-F238E27FC236}">
                  <a16:creationId xmlns:a16="http://schemas.microsoft.com/office/drawing/2014/main" id="{0CB682FA-902C-E2F1-0C7D-7912FC8E9BEF}"/>
                </a:ext>
              </a:extLst>
            </p:cNvPr>
            <p:cNvSpPr/>
            <p:nvPr/>
          </p:nvSpPr>
          <p:spPr>
            <a:xfrm>
              <a:off x="710882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2" name="矩形 60">
              <a:extLst>
                <a:ext uri="{FF2B5EF4-FFF2-40B4-BE49-F238E27FC236}">
                  <a16:creationId xmlns:a16="http://schemas.microsoft.com/office/drawing/2014/main" id="{00187114-874F-F527-89DA-2186D0255C57}"/>
                </a:ext>
              </a:extLst>
            </p:cNvPr>
            <p:cNvSpPr/>
            <p:nvPr/>
          </p:nvSpPr>
          <p:spPr>
            <a:xfrm>
              <a:off x="728916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3" name="矩形 61">
              <a:extLst>
                <a:ext uri="{FF2B5EF4-FFF2-40B4-BE49-F238E27FC236}">
                  <a16:creationId xmlns:a16="http://schemas.microsoft.com/office/drawing/2014/main" id="{5DEA7099-4E7C-E7FC-0734-31A14FB849C8}"/>
                </a:ext>
              </a:extLst>
            </p:cNvPr>
            <p:cNvSpPr/>
            <p:nvPr/>
          </p:nvSpPr>
          <p:spPr>
            <a:xfrm>
              <a:off x="674878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矩形 62">
              <a:extLst>
                <a:ext uri="{FF2B5EF4-FFF2-40B4-BE49-F238E27FC236}">
                  <a16:creationId xmlns:a16="http://schemas.microsoft.com/office/drawing/2014/main" id="{4C11049A-1F83-E51B-17FC-BC47F2FC2AA5}"/>
                </a:ext>
              </a:extLst>
            </p:cNvPr>
            <p:cNvSpPr/>
            <p:nvPr/>
          </p:nvSpPr>
          <p:spPr>
            <a:xfrm>
              <a:off x="692912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5" name="矩形 63">
              <a:extLst>
                <a:ext uri="{FF2B5EF4-FFF2-40B4-BE49-F238E27FC236}">
                  <a16:creationId xmlns:a16="http://schemas.microsoft.com/office/drawing/2014/main" id="{D2C34D9D-60FA-0842-04E9-F2296317F0DD}"/>
                </a:ext>
              </a:extLst>
            </p:cNvPr>
            <p:cNvSpPr/>
            <p:nvPr/>
          </p:nvSpPr>
          <p:spPr>
            <a:xfrm>
              <a:off x="710882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6" name="矩形 64">
              <a:extLst>
                <a:ext uri="{FF2B5EF4-FFF2-40B4-BE49-F238E27FC236}">
                  <a16:creationId xmlns:a16="http://schemas.microsoft.com/office/drawing/2014/main" id="{D667364B-B76B-13E8-2EC9-39E55C693F38}"/>
                </a:ext>
              </a:extLst>
            </p:cNvPr>
            <p:cNvSpPr/>
            <p:nvPr/>
          </p:nvSpPr>
          <p:spPr>
            <a:xfrm>
              <a:off x="728916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7" name="矩形 65">
              <a:extLst>
                <a:ext uri="{FF2B5EF4-FFF2-40B4-BE49-F238E27FC236}">
                  <a16:creationId xmlns:a16="http://schemas.microsoft.com/office/drawing/2014/main" id="{FE13D466-C3BB-7167-DB6D-8CF3D744C44F}"/>
                </a:ext>
              </a:extLst>
            </p:cNvPr>
            <p:cNvSpPr/>
            <p:nvPr/>
          </p:nvSpPr>
          <p:spPr>
            <a:xfrm>
              <a:off x="602869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78" name="组合 66">
              <a:extLst>
                <a:ext uri="{FF2B5EF4-FFF2-40B4-BE49-F238E27FC236}">
                  <a16:creationId xmlns:a16="http://schemas.microsoft.com/office/drawing/2014/main" id="{34B756F7-4A22-8940-5B10-F9B56A69BE87}"/>
                </a:ext>
              </a:extLst>
            </p:cNvPr>
            <p:cNvGrpSpPr/>
            <p:nvPr/>
          </p:nvGrpSpPr>
          <p:grpSpPr>
            <a:xfrm>
              <a:off x="5874385" y="3613150"/>
              <a:ext cx="306070" cy="306070"/>
              <a:chOff x="4435540" y="372119"/>
              <a:chExt cx="306000" cy="306000"/>
            </a:xfrm>
          </p:grpSpPr>
          <p:sp>
            <p:nvSpPr>
              <p:cNvPr id="79" name="椭圆 67">
                <a:extLst>
                  <a:ext uri="{FF2B5EF4-FFF2-40B4-BE49-F238E27FC236}">
                    <a16:creationId xmlns:a16="http://schemas.microsoft.com/office/drawing/2014/main" id="{531B1E7A-74F8-3307-CD6D-C8C726066EE4}"/>
                  </a:ext>
                </a:extLst>
              </p:cNvPr>
              <p:cNvSpPr/>
              <p:nvPr/>
            </p:nvSpPr>
            <p:spPr>
              <a:xfrm>
                <a:off x="4435540" y="372119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68">
                    <a:extLst>
                      <a:ext uri="{FF2B5EF4-FFF2-40B4-BE49-F238E27FC236}">
                        <a16:creationId xmlns:a16="http://schemas.microsoft.com/office/drawing/2014/main" id="{52FC4AC3-F6D4-5F9D-6787-2BA871D71B64}"/>
                      </a:ext>
                    </a:extLst>
                  </p:cNvPr>
                  <p:cNvSpPr txBox="1"/>
                  <p:nvPr/>
                </p:nvSpPr>
                <p:spPr>
                  <a:xfrm>
                    <a:off x="4506049" y="417397"/>
                    <a:ext cx="1649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81" name="矩形 69">
              <a:extLst>
                <a:ext uri="{FF2B5EF4-FFF2-40B4-BE49-F238E27FC236}">
                  <a16:creationId xmlns:a16="http://schemas.microsoft.com/office/drawing/2014/main" id="{76B2D57A-14B2-27D6-2C90-88944CAA1A7F}"/>
                </a:ext>
              </a:extLst>
            </p:cNvPr>
            <p:cNvSpPr/>
            <p:nvPr/>
          </p:nvSpPr>
          <p:spPr>
            <a:xfrm>
              <a:off x="422783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2" name="矩形 70">
              <a:extLst>
                <a:ext uri="{FF2B5EF4-FFF2-40B4-BE49-F238E27FC236}">
                  <a16:creationId xmlns:a16="http://schemas.microsoft.com/office/drawing/2014/main" id="{90C39E13-917F-AC1C-00A0-042D1C7438B2}"/>
                </a:ext>
              </a:extLst>
            </p:cNvPr>
            <p:cNvSpPr/>
            <p:nvPr/>
          </p:nvSpPr>
          <p:spPr>
            <a:xfrm>
              <a:off x="440817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矩形 71">
              <a:extLst>
                <a:ext uri="{FF2B5EF4-FFF2-40B4-BE49-F238E27FC236}">
                  <a16:creationId xmlns:a16="http://schemas.microsoft.com/office/drawing/2014/main" id="{3FADFD4C-D679-D4B0-B6BB-21632D4B3A06}"/>
                </a:ext>
              </a:extLst>
            </p:cNvPr>
            <p:cNvSpPr/>
            <p:nvPr/>
          </p:nvSpPr>
          <p:spPr>
            <a:xfrm>
              <a:off x="458787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4" name="矩形 72">
              <a:extLst>
                <a:ext uri="{FF2B5EF4-FFF2-40B4-BE49-F238E27FC236}">
                  <a16:creationId xmlns:a16="http://schemas.microsoft.com/office/drawing/2014/main" id="{2CB4F8CD-BE9B-0AC0-0A48-232A096996E9}"/>
                </a:ext>
              </a:extLst>
            </p:cNvPr>
            <p:cNvSpPr/>
            <p:nvPr/>
          </p:nvSpPr>
          <p:spPr>
            <a:xfrm>
              <a:off x="476821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5" name="矩形 73">
              <a:extLst>
                <a:ext uri="{FF2B5EF4-FFF2-40B4-BE49-F238E27FC236}">
                  <a16:creationId xmlns:a16="http://schemas.microsoft.com/office/drawing/2014/main" id="{0CFD62EC-889B-05DA-5AF4-16C2D548AB0E}"/>
                </a:ext>
              </a:extLst>
            </p:cNvPr>
            <p:cNvSpPr/>
            <p:nvPr/>
          </p:nvSpPr>
          <p:spPr>
            <a:xfrm>
              <a:off x="422783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6" name="矩形 74">
              <a:extLst>
                <a:ext uri="{FF2B5EF4-FFF2-40B4-BE49-F238E27FC236}">
                  <a16:creationId xmlns:a16="http://schemas.microsoft.com/office/drawing/2014/main" id="{D0E3C35D-B3D6-5927-5B63-F69305A4B685}"/>
                </a:ext>
              </a:extLst>
            </p:cNvPr>
            <p:cNvSpPr/>
            <p:nvPr/>
          </p:nvSpPr>
          <p:spPr>
            <a:xfrm>
              <a:off x="440817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7" name="矩形 75">
              <a:extLst>
                <a:ext uri="{FF2B5EF4-FFF2-40B4-BE49-F238E27FC236}">
                  <a16:creationId xmlns:a16="http://schemas.microsoft.com/office/drawing/2014/main" id="{D5244011-1224-D5F3-ED34-151627360BBF}"/>
                </a:ext>
              </a:extLst>
            </p:cNvPr>
            <p:cNvSpPr/>
            <p:nvPr/>
          </p:nvSpPr>
          <p:spPr>
            <a:xfrm>
              <a:off x="458787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8" name="矩形 76">
              <a:extLst>
                <a:ext uri="{FF2B5EF4-FFF2-40B4-BE49-F238E27FC236}">
                  <a16:creationId xmlns:a16="http://schemas.microsoft.com/office/drawing/2014/main" id="{D2029C27-6130-A78F-BF28-9396CBD04B34}"/>
                </a:ext>
              </a:extLst>
            </p:cNvPr>
            <p:cNvSpPr/>
            <p:nvPr/>
          </p:nvSpPr>
          <p:spPr>
            <a:xfrm>
              <a:off x="476821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9" name="矩形 77">
              <a:extLst>
                <a:ext uri="{FF2B5EF4-FFF2-40B4-BE49-F238E27FC236}">
                  <a16:creationId xmlns:a16="http://schemas.microsoft.com/office/drawing/2014/main" id="{22976F2C-D9A7-33B9-B98C-3DE9BA490023}"/>
                </a:ext>
              </a:extLst>
            </p:cNvPr>
            <p:cNvSpPr/>
            <p:nvPr/>
          </p:nvSpPr>
          <p:spPr>
            <a:xfrm>
              <a:off x="422783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0" name="矩形 78">
              <a:extLst>
                <a:ext uri="{FF2B5EF4-FFF2-40B4-BE49-F238E27FC236}">
                  <a16:creationId xmlns:a16="http://schemas.microsoft.com/office/drawing/2014/main" id="{EBAD822D-43FA-46C8-2625-BA38715CCD9F}"/>
                </a:ext>
              </a:extLst>
            </p:cNvPr>
            <p:cNvSpPr/>
            <p:nvPr/>
          </p:nvSpPr>
          <p:spPr>
            <a:xfrm>
              <a:off x="440817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1" name="矩形 79">
              <a:extLst>
                <a:ext uri="{FF2B5EF4-FFF2-40B4-BE49-F238E27FC236}">
                  <a16:creationId xmlns:a16="http://schemas.microsoft.com/office/drawing/2014/main" id="{2E667732-5493-EF04-8A61-BF397D0F4707}"/>
                </a:ext>
              </a:extLst>
            </p:cNvPr>
            <p:cNvSpPr/>
            <p:nvPr/>
          </p:nvSpPr>
          <p:spPr>
            <a:xfrm>
              <a:off x="458787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2" name="矩形 80">
              <a:extLst>
                <a:ext uri="{FF2B5EF4-FFF2-40B4-BE49-F238E27FC236}">
                  <a16:creationId xmlns:a16="http://schemas.microsoft.com/office/drawing/2014/main" id="{D611575A-FCA6-59A1-859D-A9CE1170B9FA}"/>
                </a:ext>
              </a:extLst>
            </p:cNvPr>
            <p:cNvSpPr/>
            <p:nvPr/>
          </p:nvSpPr>
          <p:spPr>
            <a:xfrm>
              <a:off x="476821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3" name="矩形 81">
              <a:extLst>
                <a:ext uri="{FF2B5EF4-FFF2-40B4-BE49-F238E27FC236}">
                  <a16:creationId xmlns:a16="http://schemas.microsoft.com/office/drawing/2014/main" id="{469EFCBD-4C70-F073-B596-CBDAEA19B0AE}"/>
                </a:ext>
              </a:extLst>
            </p:cNvPr>
            <p:cNvSpPr/>
            <p:nvPr/>
          </p:nvSpPr>
          <p:spPr>
            <a:xfrm>
              <a:off x="422719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4" name="矩形 82">
              <a:extLst>
                <a:ext uri="{FF2B5EF4-FFF2-40B4-BE49-F238E27FC236}">
                  <a16:creationId xmlns:a16="http://schemas.microsoft.com/office/drawing/2014/main" id="{F177A2A0-A1A1-F2B8-24D8-BBD84B60928F}"/>
                </a:ext>
              </a:extLst>
            </p:cNvPr>
            <p:cNvSpPr/>
            <p:nvPr/>
          </p:nvSpPr>
          <p:spPr>
            <a:xfrm>
              <a:off x="440753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5" name="矩形 83">
              <a:extLst>
                <a:ext uri="{FF2B5EF4-FFF2-40B4-BE49-F238E27FC236}">
                  <a16:creationId xmlns:a16="http://schemas.microsoft.com/office/drawing/2014/main" id="{9B31F747-834E-C06A-17F0-4F195C9940C8}"/>
                </a:ext>
              </a:extLst>
            </p:cNvPr>
            <p:cNvSpPr/>
            <p:nvPr/>
          </p:nvSpPr>
          <p:spPr>
            <a:xfrm>
              <a:off x="458724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6" name="矩形 84">
              <a:extLst>
                <a:ext uri="{FF2B5EF4-FFF2-40B4-BE49-F238E27FC236}">
                  <a16:creationId xmlns:a16="http://schemas.microsoft.com/office/drawing/2014/main" id="{504394B2-C093-7ADC-19F4-8715D83D4B86}"/>
                </a:ext>
              </a:extLst>
            </p:cNvPr>
            <p:cNvSpPr/>
            <p:nvPr/>
          </p:nvSpPr>
          <p:spPr>
            <a:xfrm>
              <a:off x="476758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7" name="矩形 85">
              <a:extLst>
                <a:ext uri="{FF2B5EF4-FFF2-40B4-BE49-F238E27FC236}">
                  <a16:creationId xmlns:a16="http://schemas.microsoft.com/office/drawing/2014/main" id="{3F2A99AA-9617-A18C-6EB5-8058298AD918}"/>
                </a:ext>
              </a:extLst>
            </p:cNvPr>
            <p:cNvSpPr/>
            <p:nvPr/>
          </p:nvSpPr>
          <p:spPr>
            <a:xfrm>
              <a:off x="494792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8" name="矩形 86">
              <a:extLst>
                <a:ext uri="{FF2B5EF4-FFF2-40B4-BE49-F238E27FC236}">
                  <a16:creationId xmlns:a16="http://schemas.microsoft.com/office/drawing/2014/main" id="{9A05E3F3-E450-6A7D-9C19-C4E162DAC312}"/>
                </a:ext>
              </a:extLst>
            </p:cNvPr>
            <p:cNvSpPr/>
            <p:nvPr/>
          </p:nvSpPr>
          <p:spPr>
            <a:xfrm>
              <a:off x="512826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9" name="矩形 87">
              <a:extLst>
                <a:ext uri="{FF2B5EF4-FFF2-40B4-BE49-F238E27FC236}">
                  <a16:creationId xmlns:a16="http://schemas.microsoft.com/office/drawing/2014/main" id="{0351B723-44B5-5E3A-F74C-235610A28D45}"/>
                </a:ext>
              </a:extLst>
            </p:cNvPr>
            <p:cNvSpPr/>
            <p:nvPr/>
          </p:nvSpPr>
          <p:spPr>
            <a:xfrm>
              <a:off x="530796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0" name="矩形 88">
              <a:extLst>
                <a:ext uri="{FF2B5EF4-FFF2-40B4-BE49-F238E27FC236}">
                  <a16:creationId xmlns:a16="http://schemas.microsoft.com/office/drawing/2014/main" id="{F187B322-1369-55BA-EF4A-6F0C041B7754}"/>
                </a:ext>
              </a:extLst>
            </p:cNvPr>
            <p:cNvSpPr/>
            <p:nvPr/>
          </p:nvSpPr>
          <p:spPr>
            <a:xfrm>
              <a:off x="548830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1" name="矩形 89">
              <a:extLst>
                <a:ext uri="{FF2B5EF4-FFF2-40B4-BE49-F238E27FC236}">
                  <a16:creationId xmlns:a16="http://schemas.microsoft.com/office/drawing/2014/main" id="{F776925A-5087-82E6-F80C-ACD453C866AD}"/>
                </a:ext>
              </a:extLst>
            </p:cNvPr>
            <p:cNvSpPr/>
            <p:nvPr/>
          </p:nvSpPr>
          <p:spPr>
            <a:xfrm>
              <a:off x="494792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2" name="矩形 90">
              <a:extLst>
                <a:ext uri="{FF2B5EF4-FFF2-40B4-BE49-F238E27FC236}">
                  <a16:creationId xmlns:a16="http://schemas.microsoft.com/office/drawing/2014/main" id="{BBB8DA18-211E-E0A5-4E93-0BDB0B4FFA47}"/>
                </a:ext>
              </a:extLst>
            </p:cNvPr>
            <p:cNvSpPr/>
            <p:nvPr/>
          </p:nvSpPr>
          <p:spPr>
            <a:xfrm>
              <a:off x="512826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矩形 91">
              <a:extLst>
                <a:ext uri="{FF2B5EF4-FFF2-40B4-BE49-F238E27FC236}">
                  <a16:creationId xmlns:a16="http://schemas.microsoft.com/office/drawing/2014/main" id="{9A4E335B-E950-6747-528D-FD934F619A74}"/>
                </a:ext>
              </a:extLst>
            </p:cNvPr>
            <p:cNvSpPr/>
            <p:nvPr/>
          </p:nvSpPr>
          <p:spPr>
            <a:xfrm>
              <a:off x="530796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4" name="矩形 92">
              <a:extLst>
                <a:ext uri="{FF2B5EF4-FFF2-40B4-BE49-F238E27FC236}">
                  <a16:creationId xmlns:a16="http://schemas.microsoft.com/office/drawing/2014/main" id="{291CA851-8C28-5975-30A6-DFFAD3C4D4AE}"/>
                </a:ext>
              </a:extLst>
            </p:cNvPr>
            <p:cNvSpPr/>
            <p:nvPr/>
          </p:nvSpPr>
          <p:spPr>
            <a:xfrm>
              <a:off x="548830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5" name="矩形 93">
              <a:extLst>
                <a:ext uri="{FF2B5EF4-FFF2-40B4-BE49-F238E27FC236}">
                  <a16:creationId xmlns:a16="http://schemas.microsoft.com/office/drawing/2014/main" id="{79EF51B7-FBFA-489A-812F-E487C4625627}"/>
                </a:ext>
              </a:extLst>
            </p:cNvPr>
            <p:cNvSpPr/>
            <p:nvPr/>
          </p:nvSpPr>
          <p:spPr>
            <a:xfrm>
              <a:off x="494792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矩形 94">
              <a:extLst>
                <a:ext uri="{FF2B5EF4-FFF2-40B4-BE49-F238E27FC236}">
                  <a16:creationId xmlns:a16="http://schemas.microsoft.com/office/drawing/2014/main" id="{94F9BF61-FC7C-EE5F-BCFC-43ACA7EAA37B}"/>
                </a:ext>
              </a:extLst>
            </p:cNvPr>
            <p:cNvSpPr/>
            <p:nvPr/>
          </p:nvSpPr>
          <p:spPr>
            <a:xfrm>
              <a:off x="512826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7" name="矩形 95">
              <a:extLst>
                <a:ext uri="{FF2B5EF4-FFF2-40B4-BE49-F238E27FC236}">
                  <a16:creationId xmlns:a16="http://schemas.microsoft.com/office/drawing/2014/main" id="{F9F04A39-FA09-4AB3-D76F-C5C8C812E28C}"/>
                </a:ext>
              </a:extLst>
            </p:cNvPr>
            <p:cNvSpPr/>
            <p:nvPr/>
          </p:nvSpPr>
          <p:spPr>
            <a:xfrm>
              <a:off x="530796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矩形 96">
              <a:extLst>
                <a:ext uri="{FF2B5EF4-FFF2-40B4-BE49-F238E27FC236}">
                  <a16:creationId xmlns:a16="http://schemas.microsoft.com/office/drawing/2014/main" id="{85141724-660C-E013-8FFD-340B965DA4B3}"/>
                </a:ext>
              </a:extLst>
            </p:cNvPr>
            <p:cNvSpPr/>
            <p:nvPr/>
          </p:nvSpPr>
          <p:spPr>
            <a:xfrm>
              <a:off x="548830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矩形 97">
              <a:extLst>
                <a:ext uri="{FF2B5EF4-FFF2-40B4-BE49-F238E27FC236}">
                  <a16:creationId xmlns:a16="http://schemas.microsoft.com/office/drawing/2014/main" id="{7C684882-D57D-E258-DB7B-FCAB82DB9695}"/>
                </a:ext>
              </a:extLst>
            </p:cNvPr>
            <p:cNvSpPr/>
            <p:nvPr/>
          </p:nvSpPr>
          <p:spPr>
            <a:xfrm>
              <a:off x="494728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98">
              <a:extLst>
                <a:ext uri="{FF2B5EF4-FFF2-40B4-BE49-F238E27FC236}">
                  <a16:creationId xmlns:a16="http://schemas.microsoft.com/office/drawing/2014/main" id="{75EAB4EA-A913-C6CD-9A5A-2CECAB09D76D}"/>
                </a:ext>
              </a:extLst>
            </p:cNvPr>
            <p:cNvSpPr/>
            <p:nvPr/>
          </p:nvSpPr>
          <p:spPr>
            <a:xfrm>
              <a:off x="512762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1" name="矩形 99">
              <a:extLst>
                <a:ext uri="{FF2B5EF4-FFF2-40B4-BE49-F238E27FC236}">
                  <a16:creationId xmlns:a16="http://schemas.microsoft.com/office/drawing/2014/main" id="{9AC1B479-BF72-8A5C-44CF-B5071B6678F2}"/>
                </a:ext>
              </a:extLst>
            </p:cNvPr>
            <p:cNvSpPr/>
            <p:nvPr/>
          </p:nvSpPr>
          <p:spPr>
            <a:xfrm>
              <a:off x="530733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2" name="矩形 100">
              <a:extLst>
                <a:ext uri="{FF2B5EF4-FFF2-40B4-BE49-F238E27FC236}">
                  <a16:creationId xmlns:a16="http://schemas.microsoft.com/office/drawing/2014/main" id="{F5C603AA-28E6-E803-04E6-58DE7796C3C1}"/>
                </a:ext>
              </a:extLst>
            </p:cNvPr>
            <p:cNvSpPr/>
            <p:nvPr/>
          </p:nvSpPr>
          <p:spPr>
            <a:xfrm>
              <a:off x="548767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3" name="矩形 101">
              <a:extLst>
                <a:ext uri="{FF2B5EF4-FFF2-40B4-BE49-F238E27FC236}">
                  <a16:creationId xmlns:a16="http://schemas.microsoft.com/office/drawing/2014/main" id="{EE2D62A6-A2C2-1165-9A9C-7374D076070A}"/>
                </a:ext>
              </a:extLst>
            </p:cNvPr>
            <p:cNvSpPr/>
            <p:nvPr/>
          </p:nvSpPr>
          <p:spPr>
            <a:xfrm>
              <a:off x="422783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矩形 102">
              <a:extLst>
                <a:ext uri="{FF2B5EF4-FFF2-40B4-BE49-F238E27FC236}">
                  <a16:creationId xmlns:a16="http://schemas.microsoft.com/office/drawing/2014/main" id="{5C6BFB54-C1A0-B9FB-BF12-3D0EB055A4F5}"/>
                </a:ext>
              </a:extLst>
            </p:cNvPr>
            <p:cNvSpPr/>
            <p:nvPr/>
          </p:nvSpPr>
          <p:spPr>
            <a:xfrm>
              <a:off x="440817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矩形 103">
              <a:extLst>
                <a:ext uri="{FF2B5EF4-FFF2-40B4-BE49-F238E27FC236}">
                  <a16:creationId xmlns:a16="http://schemas.microsoft.com/office/drawing/2014/main" id="{309815D7-0FB8-F9C9-6CA6-E857673EBC0F}"/>
                </a:ext>
              </a:extLst>
            </p:cNvPr>
            <p:cNvSpPr/>
            <p:nvPr/>
          </p:nvSpPr>
          <p:spPr>
            <a:xfrm>
              <a:off x="458787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矩形 104">
              <a:extLst>
                <a:ext uri="{FF2B5EF4-FFF2-40B4-BE49-F238E27FC236}">
                  <a16:creationId xmlns:a16="http://schemas.microsoft.com/office/drawing/2014/main" id="{C1417CF9-59AF-0135-D037-5F68F55BCBD6}"/>
                </a:ext>
              </a:extLst>
            </p:cNvPr>
            <p:cNvSpPr/>
            <p:nvPr/>
          </p:nvSpPr>
          <p:spPr>
            <a:xfrm>
              <a:off x="476821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05">
              <a:extLst>
                <a:ext uri="{FF2B5EF4-FFF2-40B4-BE49-F238E27FC236}">
                  <a16:creationId xmlns:a16="http://schemas.microsoft.com/office/drawing/2014/main" id="{BC8FB765-4A6A-EF9D-B465-4E41444A87A7}"/>
                </a:ext>
              </a:extLst>
            </p:cNvPr>
            <p:cNvSpPr/>
            <p:nvPr/>
          </p:nvSpPr>
          <p:spPr>
            <a:xfrm>
              <a:off x="422783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8" name="矩形 106">
              <a:extLst>
                <a:ext uri="{FF2B5EF4-FFF2-40B4-BE49-F238E27FC236}">
                  <a16:creationId xmlns:a16="http://schemas.microsoft.com/office/drawing/2014/main" id="{DCC514E7-B1C7-DAED-FDCB-462906CF9DF6}"/>
                </a:ext>
              </a:extLst>
            </p:cNvPr>
            <p:cNvSpPr/>
            <p:nvPr/>
          </p:nvSpPr>
          <p:spPr>
            <a:xfrm>
              <a:off x="440817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9" name="矩形 107">
              <a:extLst>
                <a:ext uri="{FF2B5EF4-FFF2-40B4-BE49-F238E27FC236}">
                  <a16:creationId xmlns:a16="http://schemas.microsoft.com/office/drawing/2014/main" id="{D6B8C0C0-CF4A-3323-9A26-86F7BECC5E4F}"/>
                </a:ext>
              </a:extLst>
            </p:cNvPr>
            <p:cNvSpPr/>
            <p:nvPr/>
          </p:nvSpPr>
          <p:spPr>
            <a:xfrm>
              <a:off x="458787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0" name="矩形 108">
              <a:extLst>
                <a:ext uri="{FF2B5EF4-FFF2-40B4-BE49-F238E27FC236}">
                  <a16:creationId xmlns:a16="http://schemas.microsoft.com/office/drawing/2014/main" id="{D4CE18FA-C63E-52CF-BE8D-6E27BAAE93DA}"/>
                </a:ext>
              </a:extLst>
            </p:cNvPr>
            <p:cNvSpPr/>
            <p:nvPr/>
          </p:nvSpPr>
          <p:spPr>
            <a:xfrm>
              <a:off x="476821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1" name="矩形 109">
              <a:extLst>
                <a:ext uri="{FF2B5EF4-FFF2-40B4-BE49-F238E27FC236}">
                  <a16:creationId xmlns:a16="http://schemas.microsoft.com/office/drawing/2014/main" id="{B3BAF2BB-ED8B-873C-DC17-8F4FAA47F5AE}"/>
                </a:ext>
              </a:extLst>
            </p:cNvPr>
            <p:cNvSpPr/>
            <p:nvPr/>
          </p:nvSpPr>
          <p:spPr>
            <a:xfrm>
              <a:off x="422783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2" name="矩形 110">
              <a:extLst>
                <a:ext uri="{FF2B5EF4-FFF2-40B4-BE49-F238E27FC236}">
                  <a16:creationId xmlns:a16="http://schemas.microsoft.com/office/drawing/2014/main" id="{85EA1C1C-0077-2675-9E16-C6D91040B250}"/>
                </a:ext>
              </a:extLst>
            </p:cNvPr>
            <p:cNvSpPr/>
            <p:nvPr/>
          </p:nvSpPr>
          <p:spPr>
            <a:xfrm>
              <a:off x="440817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3" name="矩形 111">
              <a:extLst>
                <a:ext uri="{FF2B5EF4-FFF2-40B4-BE49-F238E27FC236}">
                  <a16:creationId xmlns:a16="http://schemas.microsoft.com/office/drawing/2014/main" id="{052A92DD-7569-C561-2FBC-52FA11A696A8}"/>
                </a:ext>
              </a:extLst>
            </p:cNvPr>
            <p:cNvSpPr/>
            <p:nvPr/>
          </p:nvSpPr>
          <p:spPr>
            <a:xfrm>
              <a:off x="458787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12">
              <a:extLst>
                <a:ext uri="{FF2B5EF4-FFF2-40B4-BE49-F238E27FC236}">
                  <a16:creationId xmlns:a16="http://schemas.microsoft.com/office/drawing/2014/main" id="{0CA16F1B-AE32-ABCB-088D-9A96193EFDE4}"/>
                </a:ext>
              </a:extLst>
            </p:cNvPr>
            <p:cNvSpPr/>
            <p:nvPr/>
          </p:nvSpPr>
          <p:spPr>
            <a:xfrm>
              <a:off x="476821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5" name="矩形 113">
              <a:extLst>
                <a:ext uri="{FF2B5EF4-FFF2-40B4-BE49-F238E27FC236}">
                  <a16:creationId xmlns:a16="http://schemas.microsoft.com/office/drawing/2014/main" id="{800B273B-C325-0C72-8632-DA2FE11266B1}"/>
                </a:ext>
              </a:extLst>
            </p:cNvPr>
            <p:cNvSpPr/>
            <p:nvPr/>
          </p:nvSpPr>
          <p:spPr>
            <a:xfrm>
              <a:off x="422783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6" name="矩形 114">
              <a:extLst>
                <a:ext uri="{FF2B5EF4-FFF2-40B4-BE49-F238E27FC236}">
                  <a16:creationId xmlns:a16="http://schemas.microsoft.com/office/drawing/2014/main" id="{91F8A7C7-C35C-B3A7-4C3B-6D54B40CC71F}"/>
                </a:ext>
              </a:extLst>
            </p:cNvPr>
            <p:cNvSpPr/>
            <p:nvPr/>
          </p:nvSpPr>
          <p:spPr>
            <a:xfrm>
              <a:off x="440817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7" name="矩形 115">
              <a:extLst>
                <a:ext uri="{FF2B5EF4-FFF2-40B4-BE49-F238E27FC236}">
                  <a16:creationId xmlns:a16="http://schemas.microsoft.com/office/drawing/2014/main" id="{77CD1F38-4407-206C-2FCE-382B0C449CEB}"/>
                </a:ext>
              </a:extLst>
            </p:cNvPr>
            <p:cNvSpPr/>
            <p:nvPr/>
          </p:nvSpPr>
          <p:spPr>
            <a:xfrm>
              <a:off x="458787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8" name="矩形 116">
              <a:extLst>
                <a:ext uri="{FF2B5EF4-FFF2-40B4-BE49-F238E27FC236}">
                  <a16:creationId xmlns:a16="http://schemas.microsoft.com/office/drawing/2014/main" id="{32895EAD-0E6B-C660-FDBD-115174280856}"/>
                </a:ext>
              </a:extLst>
            </p:cNvPr>
            <p:cNvSpPr/>
            <p:nvPr/>
          </p:nvSpPr>
          <p:spPr>
            <a:xfrm>
              <a:off x="476821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9" name="矩形 117">
              <a:extLst>
                <a:ext uri="{FF2B5EF4-FFF2-40B4-BE49-F238E27FC236}">
                  <a16:creationId xmlns:a16="http://schemas.microsoft.com/office/drawing/2014/main" id="{01DB6918-B7DF-B665-8A66-341C2C4F2FDD}"/>
                </a:ext>
              </a:extLst>
            </p:cNvPr>
            <p:cNvSpPr/>
            <p:nvPr/>
          </p:nvSpPr>
          <p:spPr>
            <a:xfrm>
              <a:off x="494792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0" name="矩形 118">
              <a:extLst>
                <a:ext uri="{FF2B5EF4-FFF2-40B4-BE49-F238E27FC236}">
                  <a16:creationId xmlns:a16="http://schemas.microsoft.com/office/drawing/2014/main" id="{426A4D9C-1849-3953-7A12-EF930DDF8CF0}"/>
                </a:ext>
              </a:extLst>
            </p:cNvPr>
            <p:cNvSpPr/>
            <p:nvPr/>
          </p:nvSpPr>
          <p:spPr>
            <a:xfrm>
              <a:off x="512826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1" name="矩形 119">
              <a:extLst>
                <a:ext uri="{FF2B5EF4-FFF2-40B4-BE49-F238E27FC236}">
                  <a16:creationId xmlns:a16="http://schemas.microsoft.com/office/drawing/2014/main" id="{12E559F7-1E42-6340-9A93-0228E54C8C00}"/>
                </a:ext>
              </a:extLst>
            </p:cNvPr>
            <p:cNvSpPr/>
            <p:nvPr/>
          </p:nvSpPr>
          <p:spPr>
            <a:xfrm>
              <a:off x="530796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2" name="矩形 120">
              <a:extLst>
                <a:ext uri="{FF2B5EF4-FFF2-40B4-BE49-F238E27FC236}">
                  <a16:creationId xmlns:a16="http://schemas.microsoft.com/office/drawing/2014/main" id="{8D735F4A-FAAB-3227-841A-8F57D1F60B87}"/>
                </a:ext>
              </a:extLst>
            </p:cNvPr>
            <p:cNvSpPr/>
            <p:nvPr/>
          </p:nvSpPr>
          <p:spPr>
            <a:xfrm>
              <a:off x="548830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3" name="矩形 121">
              <a:extLst>
                <a:ext uri="{FF2B5EF4-FFF2-40B4-BE49-F238E27FC236}">
                  <a16:creationId xmlns:a16="http://schemas.microsoft.com/office/drawing/2014/main" id="{DDD1CDF3-34AB-3BDB-F0CB-25986E372605}"/>
                </a:ext>
              </a:extLst>
            </p:cNvPr>
            <p:cNvSpPr/>
            <p:nvPr/>
          </p:nvSpPr>
          <p:spPr>
            <a:xfrm>
              <a:off x="494792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4" name="矩形 122">
              <a:extLst>
                <a:ext uri="{FF2B5EF4-FFF2-40B4-BE49-F238E27FC236}">
                  <a16:creationId xmlns:a16="http://schemas.microsoft.com/office/drawing/2014/main" id="{48A92991-22BC-34C4-7A26-8DD9819D11DA}"/>
                </a:ext>
              </a:extLst>
            </p:cNvPr>
            <p:cNvSpPr/>
            <p:nvPr/>
          </p:nvSpPr>
          <p:spPr>
            <a:xfrm>
              <a:off x="512826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5" name="矩形 123">
              <a:extLst>
                <a:ext uri="{FF2B5EF4-FFF2-40B4-BE49-F238E27FC236}">
                  <a16:creationId xmlns:a16="http://schemas.microsoft.com/office/drawing/2014/main" id="{C588E3B4-E9E1-7705-C573-A48200B9BFF6}"/>
                </a:ext>
              </a:extLst>
            </p:cNvPr>
            <p:cNvSpPr/>
            <p:nvPr/>
          </p:nvSpPr>
          <p:spPr>
            <a:xfrm>
              <a:off x="530796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6" name="矩形 124">
              <a:extLst>
                <a:ext uri="{FF2B5EF4-FFF2-40B4-BE49-F238E27FC236}">
                  <a16:creationId xmlns:a16="http://schemas.microsoft.com/office/drawing/2014/main" id="{68B8A523-F687-1B1B-3A3D-613BA40E8F15}"/>
                </a:ext>
              </a:extLst>
            </p:cNvPr>
            <p:cNvSpPr/>
            <p:nvPr/>
          </p:nvSpPr>
          <p:spPr>
            <a:xfrm>
              <a:off x="548830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7" name="矩形 125">
              <a:extLst>
                <a:ext uri="{FF2B5EF4-FFF2-40B4-BE49-F238E27FC236}">
                  <a16:creationId xmlns:a16="http://schemas.microsoft.com/office/drawing/2014/main" id="{F12744C2-9C8C-32F5-3006-E38482A2EB57}"/>
                </a:ext>
              </a:extLst>
            </p:cNvPr>
            <p:cNvSpPr/>
            <p:nvPr/>
          </p:nvSpPr>
          <p:spPr>
            <a:xfrm>
              <a:off x="494792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26">
              <a:extLst>
                <a:ext uri="{FF2B5EF4-FFF2-40B4-BE49-F238E27FC236}">
                  <a16:creationId xmlns:a16="http://schemas.microsoft.com/office/drawing/2014/main" id="{50C336A7-2237-BE59-A67F-3162E61CD3D6}"/>
                </a:ext>
              </a:extLst>
            </p:cNvPr>
            <p:cNvSpPr/>
            <p:nvPr/>
          </p:nvSpPr>
          <p:spPr>
            <a:xfrm>
              <a:off x="512826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9" name="矩形 127">
              <a:extLst>
                <a:ext uri="{FF2B5EF4-FFF2-40B4-BE49-F238E27FC236}">
                  <a16:creationId xmlns:a16="http://schemas.microsoft.com/office/drawing/2014/main" id="{00609263-33C9-ADBF-62EA-B27B7C55C31D}"/>
                </a:ext>
              </a:extLst>
            </p:cNvPr>
            <p:cNvSpPr/>
            <p:nvPr/>
          </p:nvSpPr>
          <p:spPr>
            <a:xfrm>
              <a:off x="530796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0" name="矩形 128">
              <a:extLst>
                <a:ext uri="{FF2B5EF4-FFF2-40B4-BE49-F238E27FC236}">
                  <a16:creationId xmlns:a16="http://schemas.microsoft.com/office/drawing/2014/main" id="{2AB3944E-7701-9030-8F20-5BD95A101ACB}"/>
                </a:ext>
              </a:extLst>
            </p:cNvPr>
            <p:cNvSpPr/>
            <p:nvPr/>
          </p:nvSpPr>
          <p:spPr>
            <a:xfrm>
              <a:off x="548830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1" name="矩形 129">
              <a:extLst>
                <a:ext uri="{FF2B5EF4-FFF2-40B4-BE49-F238E27FC236}">
                  <a16:creationId xmlns:a16="http://schemas.microsoft.com/office/drawing/2014/main" id="{2245C102-7278-D28C-0BB1-A85A9D0231D5}"/>
                </a:ext>
              </a:extLst>
            </p:cNvPr>
            <p:cNvSpPr/>
            <p:nvPr/>
          </p:nvSpPr>
          <p:spPr>
            <a:xfrm>
              <a:off x="494792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2" name="矩形 130">
              <a:extLst>
                <a:ext uri="{FF2B5EF4-FFF2-40B4-BE49-F238E27FC236}">
                  <a16:creationId xmlns:a16="http://schemas.microsoft.com/office/drawing/2014/main" id="{83DD2CA9-1C61-C82B-6416-5CBB70A3A20F}"/>
                </a:ext>
              </a:extLst>
            </p:cNvPr>
            <p:cNvSpPr/>
            <p:nvPr/>
          </p:nvSpPr>
          <p:spPr>
            <a:xfrm>
              <a:off x="512826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3" name="矩形 131">
              <a:extLst>
                <a:ext uri="{FF2B5EF4-FFF2-40B4-BE49-F238E27FC236}">
                  <a16:creationId xmlns:a16="http://schemas.microsoft.com/office/drawing/2014/main" id="{9713E1D1-6F79-0019-7A20-A996AB9E2060}"/>
                </a:ext>
              </a:extLst>
            </p:cNvPr>
            <p:cNvSpPr/>
            <p:nvPr/>
          </p:nvSpPr>
          <p:spPr>
            <a:xfrm>
              <a:off x="530796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4" name="矩形 132">
              <a:extLst>
                <a:ext uri="{FF2B5EF4-FFF2-40B4-BE49-F238E27FC236}">
                  <a16:creationId xmlns:a16="http://schemas.microsoft.com/office/drawing/2014/main" id="{1E638DAC-CAF7-9BEC-80FF-F9CB065BC38E}"/>
                </a:ext>
              </a:extLst>
            </p:cNvPr>
            <p:cNvSpPr/>
            <p:nvPr/>
          </p:nvSpPr>
          <p:spPr>
            <a:xfrm>
              <a:off x="548830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33">
              <a:extLst>
                <a:ext uri="{FF2B5EF4-FFF2-40B4-BE49-F238E27FC236}">
                  <a16:creationId xmlns:a16="http://schemas.microsoft.com/office/drawing/2014/main" id="{5239E504-6FE8-5120-9D7E-D4195E57119B}"/>
                </a:ext>
              </a:extLst>
            </p:cNvPr>
            <p:cNvSpPr/>
            <p:nvPr/>
          </p:nvSpPr>
          <p:spPr>
            <a:xfrm>
              <a:off x="422783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46" name="组合 134">
              <a:extLst>
                <a:ext uri="{FF2B5EF4-FFF2-40B4-BE49-F238E27FC236}">
                  <a16:creationId xmlns:a16="http://schemas.microsoft.com/office/drawing/2014/main" id="{60C43455-E458-1159-A9C2-03671AF80E95}"/>
                </a:ext>
              </a:extLst>
            </p:cNvPr>
            <p:cNvGrpSpPr/>
            <p:nvPr/>
          </p:nvGrpSpPr>
          <p:grpSpPr>
            <a:xfrm>
              <a:off x="4074795" y="3613150"/>
              <a:ext cx="306070" cy="306070"/>
              <a:chOff x="2866123" y="762544"/>
              <a:chExt cx="306000" cy="306000"/>
            </a:xfrm>
          </p:grpSpPr>
          <p:sp>
            <p:nvSpPr>
              <p:cNvPr id="147" name="椭圆 135">
                <a:extLst>
                  <a:ext uri="{FF2B5EF4-FFF2-40B4-BE49-F238E27FC236}">
                    <a16:creationId xmlns:a16="http://schemas.microsoft.com/office/drawing/2014/main" id="{628FAA29-2BB8-A46A-9D73-AD492C2E7A2E}"/>
                  </a:ext>
                </a:extLst>
              </p:cNvPr>
              <p:cNvSpPr/>
              <p:nvPr/>
            </p:nvSpPr>
            <p:spPr>
              <a:xfrm>
                <a:off x="2866123" y="762544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文本框 136">
                    <a:extLst>
                      <a:ext uri="{FF2B5EF4-FFF2-40B4-BE49-F238E27FC236}">
                        <a16:creationId xmlns:a16="http://schemas.microsoft.com/office/drawing/2014/main" id="{B6479186-8B31-F827-8F4B-C2E88B6D6A90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504" y="807822"/>
                    <a:ext cx="16523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149" name="矩形 137">
              <a:extLst>
                <a:ext uri="{FF2B5EF4-FFF2-40B4-BE49-F238E27FC236}">
                  <a16:creationId xmlns:a16="http://schemas.microsoft.com/office/drawing/2014/main" id="{A7F5D408-4643-A855-D466-828A3C693E3F}"/>
                </a:ext>
              </a:extLst>
            </p:cNvPr>
            <p:cNvSpPr/>
            <p:nvPr/>
          </p:nvSpPr>
          <p:spPr>
            <a:xfrm>
              <a:off x="602297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0" name="矩形 138">
              <a:extLst>
                <a:ext uri="{FF2B5EF4-FFF2-40B4-BE49-F238E27FC236}">
                  <a16:creationId xmlns:a16="http://schemas.microsoft.com/office/drawing/2014/main" id="{A63A24A5-561E-079A-4301-CFD7327D96C6}"/>
                </a:ext>
              </a:extLst>
            </p:cNvPr>
            <p:cNvSpPr/>
            <p:nvPr/>
          </p:nvSpPr>
          <p:spPr>
            <a:xfrm>
              <a:off x="620331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1" name="矩形 139">
              <a:extLst>
                <a:ext uri="{FF2B5EF4-FFF2-40B4-BE49-F238E27FC236}">
                  <a16:creationId xmlns:a16="http://schemas.microsoft.com/office/drawing/2014/main" id="{AC2547FA-A71F-0AFE-0A7E-975BB046898E}"/>
                </a:ext>
              </a:extLst>
            </p:cNvPr>
            <p:cNvSpPr/>
            <p:nvPr/>
          </p:nvSpPr>
          <p:spPr>
            <a:xfrm>
              <a:off x="638302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2" name="矩形 140">
              <a:extLst>
                <a:ext uri="{FF2B5EF4-FFF2-40B4-BE49-F238E27FC236}">
                  <a16:creationId xmlns:a16="http://schemas.microsoft.com/office/drawing/2014/main" id="{C5EDDA12-AFBD-A8F1-D583-110CAF26F388}"/>
                </a:ext>
              </a:extLst>
            </p:cNvPr>
            <p:cNvSpPr/>
            <p:nvPr/>
          </p:nvSpPr>
          <p:spPr>
            <a:xfrm>
              <a:off x="656336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3" name="矩形 141">
              <a:extLst>
                <a:ext uri="{FF2B5EF4-FFF2-40B4-BE49-F238E27FC236}">
                  <a16:creationId xmlns:a16="http://schemas.microsoft.com/office/drawing/2014/main" id="{A49A1C8F-4E1F-3C19-6EA8-93945F4D86C5}"/>
                </a:ext>
              </a:extLst>
            </p:cNvPr>
            <p:cNvSpPr/>
            <p:nvPr/>
          </p:nvSpPr>
          <p:spPr>
            <a:xfrm>
              <a:off x="602297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4" name="矩形 142">
              <a:extLst>
                <a:ext uri="{FF2B5EF4-FFF2-40B4-BE49-F238E27FC236}">
                  <a16:creationId xmlns:a16="http://schemas.microsoft.com/office/drawing/2014/main" id="{49E2E8D4-CE6F-0788-AB54-E0AE2BA3E9B3}"/>
                </a:ext>
              </a:extLst>
            </p:cNvPr>
            <p:cNvSpPr/>
            <p:nvPr/>
          </p:nvSpPr>
          <p:spPr>
            <a:xfrm>
              <a:off x="620331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5" name="矩形 143">
              <a:extLst>
                <a:ext uri="{FF2B5EF4-FFF2-40B4-BE49-F238E27FC236}">
                  <a16:creationId xmlns:a16="http://schemas.microsoft.com/office/drawing/2014/main" id="{F942E8FE-6733-80F5-C6EB-55B17F9446D8}"/>
                </a:ext>
              </a:extLst>
            </p:cNvPr>
            <p:cNvSpPr/>
            <p:nvPr/>
          </p:nvSpPr>
          <p:spPr>
            <a:xfrm>
              <a:off x="638302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6" name="矩形 144">
              <a:extLst>
                <a:ext uri="{FF2B5EF4-FFF2-40B4-BE49-F238E27FC236}">
                  <a16:creationId xmlns:a16="http://schemas.microsoft.com/office/drawing/2014/main" id="{9ED828EF-62C4-CFD8-CA31-167DC6E4538B}"/>
                </a:ext>
              </a:extLst>
            </p:cNvPr>
            <p:cNvSpPr/>
            <p:nvPr/>
          </p:nvSpPr>
          <p:spPr>
            <a:xfrm>
              <a:off x="656336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7" name="矩形 145">
              <a:extLst>
                <a:ext uri="{FF2B5EF4-FFF2-40B4-BE49-F238E27FC236}">
                  <a16:creationId xmlns:a16="http://schemas.microsoft.com/office/drawing/2014/main" id="{727B908A-4D16-7D6D-746A-9E606F75FBDE}"/>
                </a:ext>
              </a:extLst>
            </p:cNvPr>
            <p:cNvSpPr/>
            <p:nvPr/>
          </p:nvSpPr>
          <p:spPr>
            <a:xfrm>
              <a:off x="602297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8" name="矩形 146">
              <a:extLst>
                <a:ext uri="{FF2B5EF4-FFF2-40B4-BE49-F238E27FC236}">
                  <a16:creationId xmlns:a16="http://schemas.microsoft.com/office/drawing/2014/main" id="{CC482BFA-140E-B505-7D41-D13B77E390C9}"/>
                </a:ext>
              </a:extLst>
            </p:cNvPr>
            <p:cNvSpPr/>
            <p:nvPr/>
          </p:nvSpPr>
          <p:spPr>
            <a:xfrm>
              <a:off x="620331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9" name="矩形 147">
              <a:extLst>
                <a:ext uri="{FF2B5EF4-FFF2-40B4-BE49-F238E27FC236}">
                  <a16:creationId xmlns:a16="http://schemas.microsoft.com/office/drawing/2014/main" id="{5918D692-84B5-FEB1-967B-40F51DD96CF7}"/>
                </a:ext>
              </a:extLst>
            </p:cNvPr>
            <p:cNvSpPr/>
            <p:nvPr/>
          </p:nvSpPr>
          <p:spPr>
            <a:xfrm>
              <a:off x="638302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0" name="矩形 148">
              <a:extLst>
                <a:ext uri="{FF2B5EF4-FFF2-40B4-BE49-F238E27FC236}">
                  <a16:creationId xmlns:a16="http://schemas.microsoft.com/office/drawing/2014/main" id="{CAD87231-DF73-81A7-26A8-30BA7909FCA8}"/>
                </a:ext>
              </a:extLst>
            </p:cNvPr>
            <p:cNvSpPr/>
            <p:nvPr/>
          </p:nvSpPr>
          <p:spPr>
            <a:xfrm>
              <a:off x="656336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1" name="矩形 149">
              <a:extLst>
                <a:ext uri="{FF2B5EF4-FFF2-40B4-BE49-F238E27FC236}">
                  <a16:creationId xmlns:a16="http://schemas.microsoft.com/office/drawing/2014/main" id="{94074288-38C4-4A30-19B9-AB440B6D31D1}"/>
                </a:ext>
              </a:extLst>
            </p:cNvPr>
            <p:cNvSpPr/>
            <p:nvPr/>
          </p:nvSpPr>
          <p:spPr>
            <a:xfrm>
              <a:off x="602297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2" name="矩形 150">
              <a:extLst>
                <a:ext uri="{FF2B5EF4-FFF2-40B4-BE49-F238E27FC236}">
                  <a16:creationId xmlns:a16="http://schemas.microsoft.com/office/drawing/2014/main" id="{973896FE-64DD-40C8-D3FA-B3289999C145}"/>
                </a:ext>
              </a:extLst>
            </p:cNvPr>
            <p:cNvSpPr/>
            <p:nvPr/>
          </p:nvSpPr>
          <p:spPr>
            <a:xfrm>
              <a:off x="620331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3" name="矩形 151">
              <a:extLst>
                <a:ext uri="{FF2B5EF4-FFF2-40B4-BE49-F238E27FC236}">
                  <a16:creationId xmlns:a16="http://schemas.microsoft.com/office/drawing/2014/main" id="{4036D48F-4C47-F6A7-55BD-9F4E3F5F48FE}"/>
                </a:ext>
              </a:extLst>
            </p:cNvPr>
            <p:cNvSpPr/>
            <p:nvPr/>
          </p:nvSpPr>
          <p:spPr>
            <a:xfrm>
              <a:off x="638302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4" name="矩形 152">
              <a:extLst>
                <a:ext uri="{FF2B5EF4-FFF2-40B4-BE49-F238E27FC236}">
                  <a16:creationId xmlns:a16="http://schemas.microsoft.com/office/drawing/2014/main" id="{A3EC2248-5E86-A76D-FEEF-243373008937}"/>
                </a:ext>
              </a:extLst>
            </p:cNvPr>
            <p:cNvSpPr/>
            <p:nvPr/>
          </p:nvSpPr>
          <p:spPr>
            <a:xfrm>
              <a:off x="656336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5" name="矩形 153">
              <a:extLst>
                <a:ext uri="{FF2B5EF4-FFF2-40B4-BE49-F238E27FC236}">
                  <a16:creationId xmlns:a16="http://schemas.microsoft.com/office/drawing/2014/main" id="{34C7D3C4-8C7B-B9E5-BFE9-02F51B434287}"/>
                </a:ext>
              </a:extLst>
            </p:cNvPr>
            <p:cNvSpPr/>
            <p:nvPr/>
          </p:nvSpPr>
          <p:spPr>
            <a:xfrm>
              <a:off x="6743065" y="196659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6" name="矩形 154">
              <a:extLst>
                <a:ext uri="{FF2B5EF4-FFF2-40B4-BE49-F238E27FC236}">
                  <a16:creationId xmlns:a16="http://schemas.microsoft.com/office/drawing/2014/main" id="{AC2DCA4E-2983-255B-6679-89C8715DEC4D}"/>
                </a:ext>
              </a:extLst>
            </p:cNvPr>
            <p:cNvSpPr/>
            <p:nvPr/>
          </p:nvSpPr>
          <p:spPr>
            <a:xfrm>
              <a:off x="692340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7" name="矩形 155">
              <a:extLst>
                <a:ext uri="{FF2B5EF4-FFF2-40B4-BE49-F238E27FC236}">
                  <a16:creationId xmlns:a16="http://schemas.microsoft.com/office/drawing/2014/main" id="{7EBD52D5-E1A0-93AC-5F20-8DFAF1EED3ED}"/>
                </a:ext>
              </a:extLst>
            </p:cNvPr>
            <p:cNvSpPr/>
            <p:nvPr/>
          </p:nvSpPr>
          <p:spPr>
            <a:xfrm>
              <a:off x="710311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8" name="矩形 156">
              <a:extLst>
                <a:ext uri="{FF2B5EF4-FFF2-40B4-BE49-F238E27FC236}">
                  <a16:creationId xmlns:a16="http://schemas.microsoft.com/office/drawing/2014/main" id="{4184B187-9F21-5071-8374-FAB26D0C951F}"/>
                </a:ext>
              </a:extLst>
            </p:cNvPr>
            <p:cNvSpPr/>
            <p:nvPr/>
          </p:nvSpPr>
          <p:spPr>
            <a:xfrm>
              <a:off x="728345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9" name="矩形 157">
              <a:extLst>
                <a:ext uri="{FF2B5EF4-FFF2-40B4-BE49-F238E27FC236}">
                  <a16:creationId xmlns:a16="http://schemas.microsoft.com/office/drawing/2014/main" id="{7AE6930F-04F7-BB3C-7209-446BC326B592}"/>
                </a:ext>
              </a:extLst>
            </p:cNvPr>
            <p:cNvSpPr/>
            <p:nvPr/>
          </p:nvSpPr>
          <p:spPr>
            <a:xfrm>
              <a:off x="6743065" y="214693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0" name="矩形 158">
              <a:extLst>
                <a:ext uri="{FF2B5EF4-FFF2-40B4-BE49-F238E27FC236}">
                  <a16:creationId xmlns:a16="http://schemas.microsoft.com/office/drawing/2014/main" id="{57E8BF15-94D8-7FC6-C106-0B2A2FBB960B}"/>
                </a:ext>
              </a:extLst>
            </p:cNvPr>
            <p:cNvSpPr/>
            <p:nvPr/>
          </p:nvSpPr>
          <p:spPr>
            <a:xfrm>
              <a:off x="692340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1" name="矩形 159">
              <a:extLst>
                <a:ext uri="{FF2B5EF4-FFF2-40B4-BE49-F238E27FC236}">
                  <a16:creationId xmlns:a16="http://schemas.microsoft.com/office/drawing/2014/main" id="{96017B3C-2206-310B-B0C3-C14A090ED88F}"/>
                </a:ext>
              </a:extLst>
            </p:cNvPr>
            <p:cNvSpPr/>
            <p:nvPr/>
          </p:nvSpPr>
          <p:spPr>
            <a:xfrm>
              <a:off x="710311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2" name="矩形 160">
              <a:extLst>
                <a:ext uri="{FF2B5EF4-FFF2-40B4-BE49-F238E27FC236}">
                  <a16:creationId xmlns:a16="http://schemas.microsoft.com/office/drawing/2014/main" id="{DEA5716E-AA6C-5A59-684F-1F69B644434C}"/>
                </a:ext>
              </a:extLst>
            </p:cNvPr>
            <p:cNvSpPr/>
            <p:nvPr/>
          </p:nvSpPr>
          <p:spPr>
            <a:xfrm>
              <a:off x="728345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3" name="矩形 161">
              <a:extLst>
                <a:ext uri="{FF2B5EF4-FFF2-40B4-BE49-F238E27FC236}">
                  <a16:creationId xmlns:a16="http://schemas.microsoft.com/office/drawing/2014/main" id="{1CCC077E-C839-D1FA-7350-3E8C2D8135C5}"/>
                </a:ext>
              </a:extLst>
            </p:cNvPr>
            <p:cNvSpPr/>
            <p:nvPr/>
          </p:nvSpPr>
          <p:spPr>
            <a:xfrm>
              <a:off x="6743065" y="232664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4" name="矩形 162">
              <a:extLst>
                <a:ext uri="{FF2B5EF4-FFF2-40B4-BE49-F238E27FC236}">
                  <a16:creationId xmlns:a16="http://schemas.microsoft.com/office/drawing/2014/main" id="{5C28ED14-9C98-9EC1-3B99-8710938A1595}"/>
                </a:ext>
              </a:extLst>
            </p:cNvPr>
            <p:cNvSpPr/>
            <p:nvPr/>
          </p:nvSpPr>
          <p:spPr>
            <a:xfrm>
              <a:off x="692340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5" name="矩形 163">
              <a:extLst>
                <a:ext uri="{FF2B5EF4-FFF2-40B4-BE49-F238E27FC236}">
                  <a16:creationId xmlns:a16="http://schemas.microsoft.com/office/drawing/2014/main" id="{C62BE277-C275-4DBC-6F3A-F80B53C1755F}"/>
                </a:ext>
              </a:extLst>
            </p:cNvPr>
            <p:cNvSpPr/>
            <p:nvPr/>
          </p:nvSpPr>
          <p:spPr>
            <a:xfrm>
              <a:off x="710311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6" name="矩形 164">
              <a:extLst>
                <a:ext uri="{FF2B5EF4-FFF2-40B4-BE49-F238E27FC236}">
                  <a16:creationId xmlns:a16="http://schemas.microsoft.com/office/drawing/2014/main" id="{5C53AC4D-36C7-1EA6-9F55-A0EE103D587C}"/>
                </a:ext>
              </a:extLst>
            </p:cNvPr>
            <p:cNvSpPr/>
            <p:nvPr/>
          </p:nvSpPr>
          <p:spPr>
            <a:xfrm>
              <a:off x="728345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7" name="矩形 165">
              <a:extLst>
                <a:ext uri="{FF2B5EF4-FFF2-40B4-BE49-F238E27FC236}">
                  <a16:creationId xmlns:a16="http://schemas.microsoft.com/office/drawing/2014/main" id="{3DA81D53-0AE3-2D03-C7AE-9F17B7E99B7C}"/>
                </a:ext>
              </a:extLst>
            </p:cNvPr>
            <p:cNvSpPr/>
            <p:nvPr/>
          </p:nvSpPr>
          <p:spPr>
            <a:xfrm>
              <a:off x="6743065" y="250698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8" name="矩形 166">
              <a:extLst>
                <a:ext uri="{FF2B5EF4-FFF2-40B4-BE49-F238E27FC236}">
                  <a16:creationId xmlns:a16="http://schemas.microsoft.com/office/drawing/2014/main" id="{E2C7E420-A7F9-BA47-C80F-75E263E7009D}"/>
                </a:ext>
              </a:extLst>
            </p:cNvPr>
            <p:cNvSpPr/>
            <p:nvPr/>
          </p:nvSpPr>
          <p:spPr>
            <a:xfrm>
              <a:off x="692340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矩形 167">
              <a:extLst>
                <a:ext uri="{FF2B5EF4-FFF2-40B4-BE49-F238E27FC236}">
                  <a16:creationId xmlns:a16="http://schemas.microsoft.com/office/drawing/2014/main" id="{6108EDFE-3426-B916-9293-959E642267DA}"/>
                </a:ext>
              </a:extLst>
            </p:cNvPr>
            <p:cNvSpPr/>
            <p:nvPr/>
          </p:nvSpPr>
          <p:spPr>
            <a:xfrm>
              <a:off x="710311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0" name="矩形 168">
              <a:extLst>
                <a:ext uri="{FF2B5EF4-FFF2-40B4-BE49-F238E27FC236}">
                  <a16:creationId xmlns:a16="http://schemas.microsoft.com/office/drawing/2014/main" id="{DCF08981-37C3-3539-8582-56F7C99F4E82}"/>
                </a:ext>
              </a:extLst>
            </p:cNvPr>
            <p:cNvSpPr/>
            <p:nvPr/>
          </p:nvSpPr>
          <p:spPr>
            <a:xfrm>
              <a:off x="728345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1" name="矩形 169">
              <a:extLst>
                <a:ext uri="{FF2B5EF4-FFF2-40B4-BE49-F238E27FC236}">
                  <a16:creationId xmlns:a16="http://schemas.microsoft.com/office/drawing/2014/main" id="{FA251B00-2FA0-841A-836C-2B98BD81E0B1}"/>
                </a:ext>
              </a:extLst>
            </p:cNvPr>
            <p:cNvSpPr/>
            <p:nvPr/>
          </p:nvSpPr>
          <p:spPr>
            <a:xfrm>
              <a:off x="602297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2" name="矩形 170">
              <a:extLst>
                <a:ext uri="{FF2B5EF4-FFF2-40B4-BE49-F238E27FC236}">
                  <a16:creationId xmlns:a16="http://schemas.microsoft.com/office/drawing/2014/main" id="{50990A10-4E44-02FF-88ED-866609B76FC1}"/>
                </a:ext>
              </a:extLst>
            </p:cNvPr>
            <p:cNvSpPr/>
            <p:nvPr/>
          </p:nvSpPr>
          <p:spPr>
            <a:xfrm>
              <a:off x="620331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3" name="矩形 171">
              <a:extLst>
                <a:ext uri="{FF2B5EF4-FFF2-40B4-BE49-F238E27FC236}">
                  <a16:creationId xmlns:a16="http://schemas.microsoft.com/office/drawing/2014/main" id="{B2A68D7E-F088-EF6A-51D2-030832CBC88A}"/>
                </a:ext>
              </a:extLst>
            </p:cNvPr>
            <p:cNvSpPr/>
            <p:nvPr/>
          </p:nvSpPr>
          <p:spPr>
            <a:xfrm>
              <a:off x="638302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4" name="矩形 172">
              <a:extLst>
                <a:ext uri="{FF2B5EF4-FFF2-40B4-BE49-F238E27FC236}">
                  <a16:creationId xmlns:a16="http://schemas.microsoft.com/office/drawing/2014/main" id="{6CF6D530-8903-1DCB-1550-4A5E5F005A6E}"/>
                </a:ext>
              </a:extLst>
            </p:cNvPr>
            <p:cNvSpPr/>
            <p:nvPr/>
          </p:nvSpPr>
          <p:spPr>
            <a:xfrm>
              <a:off x="656336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5" name="矩形 173">
              <a:extLst>
                <a:ext uri="{FF2B5EF4-FFF2-40B4-BE49-F238E27FC236}">
                  <a16:creationId xmlns:a16="http://schemas.microsoft.com/office/drawing/2014/main" id="{884447E1-6003-5BD7-169A-5E0CE04C9281}"/>
                </a:ext>
              </a:extLst>
            </p:cNvPr>
            <p:cNvSpPr/>
            <p:nvPr/>
          </p:nvSpPr>
          <p:spPr>
            <a:xfrm>
              <a:off x="602297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6" name="矩形 174">
              <a:extLst>
                <a:ext uri="{FF2B5EF4-FFF2-40B4-BE49-F238E27FC236}">
                  <a16:creationId xmlns:a16="http://schemas.microsoft.com/office/drawing/2014/main" id="{B54C0F7C-8597-4BCA-2B8A-07899BCAACC0}"/>
                </a:ext>
              </a:extLst>
            </p:cNvPr>
            <p:cNvSpPr/>
            <p:nvPr/>
          </p:nvSpPr>
          <p:spPr>
            <a:xfrm>
              <a:off x="620331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7" name="矩形 175">
              <a:extLst>
                <a:ext uri="{FF2B5EF4-FFF2-40B4-BE49-F238E27FC236}">
                  <a16:creationId xmlns:a16="http://schemas.microsoft.com/office/drawing/2014/main" id="{41F146E0-9884-F313-140E-4BF3C4609E40}"/>
                </a:ext>
              </a:extLst>
            </p:cNvPr>
            <p:cNvSpPr/>
            <p:nvPr/>
          </p:nvSpPr>
          <p:spPr>
            <a:xfrm>
              <a:off x="638302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8" name="矩形 176">
              <a:extLst>
                <a:ext uri="{FF2B5EF4-FFF2-40B4-BE49-F238E27FC236}">
                  <a16:creationId xmlns:a16="http://schemas.microsoft.com/office/drawing/2014/main" id="{AE7AEEC5-A6C8-985E-BAE7-AA49DAD9C486}"/>
                </a:ext>
              </a:extLst>
            </p:cNvPr>
            <p:cNvSpPr/>
            <p:nvPr/>
          </p:nvSpPr>
          <p:spPr>
            <a:xfrm>
              <a:off x="656336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9" name="矩形 177">
              <a:extLst>
                <a:ext uri="{FF2B5EF4-FFF2-40B4-BE49-F238E27FC236}">
                  <a16:creationId xmlns:a16="http://schemas.microsoft.com/office/drawing/2014/main" id="{95723162-AF03-0F0E-B822-93E068EE7F68}"/>
                </a:ext>
              </a:extLst>
            </p:cNvPr>
            <p:cNvSpPr/>
            <p:nvPr/>
          </p:nvSpPr>
          <p:spPr>
            <a:xfrm>
              <a:off x="602297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0" name="矩形 178">
              <a:extLst>
                <a:ext uri="{FF2B5EF4-FFF2-40B4-BE49-F238E27FC236}">
                  <a16:creationId xmlns:a16="http://schemas.microsoft.com/office/drawing/2014/main" id="{4C9F8206-C809-B686-B141-C6AC5EEB7E2D}"/>
                </a:ext>
              </a:extLst>
            </p:cNvPr>
            <p:cNvSpPr/>
            <p:nvPr/>
          </p:nvSpPr>
          <p:spPr>
            <a:xfrm>
              <a:off x="620331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1" name="矩形 179">
              <a:extLst>
                <a:ext uri="{FF2B5EF4-FFF2-40B4-BE49-F238E27FC236}">
                  <a16:creationId xmlns:a16="http://schemas.microsoft.com/office/drawing/2014/main" id="{AAB9A2E7-9E18-96A0-5908-F752139D7C4C}"/>
                </a:ext>
              </a:extLst>
            </p:cNvPr>
            <p:cNvSpPr/>
            <p:nvPr/>
          </p:nvSpPr>
          <p:spPr>
            <a:xfrm>
              <a:off x="638302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2" name="矩形 180">
              <a:extLst>
                <a:ext uri="{FF2B5EF4-FFF2-40B4-BE49-F238E27FC236}">
                  <a16:creationId xmlns:a16="http://schemas.microsoft.com/office/drawing/2014/main" id="{FD12E1AC-BE48-FD71-E0EA-9EAB89138958}"/>
                </a:ext>
              </a:extLst>
            </p:cNvPr>
            <p:cNvSpPr/>
            <p:nvPr/>
          </p:nvSpPr>
          <p:spPr>
            <a:xfrm>
              <a:off x="656336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3" name="矩形 181">
              <a:extLst>
                <a:ext uri="{FF2B5EF4-FFF2-40B4-BE49-F238E27FC236}">
                  <a16:creationId xmlns:a16="http://schemas.microsoft.com/office/drawing/2014/main" id="{80717B39-3872-F8B6-7416-B7CA24CA2144}"/>
                </a:ext>
              </a:extLst>
            </p:cNvPr>
            <p:cNvSpPr/>
            <p:nvPr/>
          </p:nvSpPr>
          <p:spPr>
            <a:xfrm>
              <a:off x="602297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矩形 182">
              <a:extLst>
                <a:ext uri="{FF2B5EF4-FFF2-40B4-BE49-F238E27FC236}">
                  <a16:creationId xmlns:a16="http://schemas.microsoft.com/office/drawing/2014/main" id="{7A186EC7-1A06-A5BD-4CD2-00E52F3B0ECF}"/>
                </a:ext>
              </a:extLst>
            </p:cNvPr>
            <p:cNvSpPr/>
            <p:nvPr/>
          </p:nvSpPr>
          <p:spPr>
            <a:xfrm>
              <a:off x="620331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5" name="矩形 183">
              <a:extLst>
                <a:ext uri="{FF2B5EF4-FFF2-40B4-BE49-F238E27FC236}">
                  <a16:creationId xmlns:a16="http://schemas.microsoft.com/office/drawing/2014/main" id="{ACA2CFFE-4443-62CB-133C-1BF7AA6ECB1B}"/>
                </a:ext>
              </a:extLst>
            </p:cNvPr>
            <p:cNvSpPr/>
            <p:nvPr/>
          </p:nvSpPr>
          <p:spPr>
            <a:xfrm>
              <a:off x="638302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6" name="矩形 184">
              <a:extLst>
                <a:ext uri="{FF2B5EF4-FFF2-40B4-BE49-F238E27FC236}">
                  <a16:creationId xmlns:a16="http://schemas.microsoft.com/office/drawing/2014/main" id="{AE80468F-1C1A-D04D-A7CC-4FC4C3A81771}"/>
                </a:ext>
              </a:extLst>
            </p:cNvPr>
            <p:cNvSpPr/>
            <p:nvPr/>
          </p:nvSpPr>
          <p:spPr>
            <a:xfrm>
              <a:off x="656336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7" name="矩形 185">
              <a:extLst>
                <a:ext uri="{FF2B5EF4-FFF2-40B4-BE49-F238E27FC236}">
                  <a16:creationId xmlns:a16="http://schemas.microsoft.com/office/drawing/2014/main" id="{A2DDE27E-E3C5-C324-8303-13D40EFCCB2A}"/>
                </a:ext>
              </a:extLst>
            </p:cNvPr>
            <p:cNvSpPr/>
            <p:nvPr/>
          </p:nvSpPr>
          <p:spPr>
            <a:xfrm>
              <a:off x="6743065" y="268668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8" name="矩形 186">
              <a:extLst>
                <a:ext uri="{FF2B5EF4-FFF2-40B4-BE49-F238E27FC236}">
                  <a16:creationId xmlns:a16="http://schemas.microsoft.com/office/drawing/2014/main" id="{0DD192D3-D640-1479-8FA9-BF7D39A6DFD3}"/>
                </a:ext>
              </a:extLst>
            </p:cNvPr>
            <p:cNvSpPr/>
            <p:nvPr/>
          </p:nvSpPr>
          <p:spPr>
            <a:xfrm>
              <a:off x="692340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9" name="矩形 187">
              <a:extLst>
                <a:ext uri="{FF2B5EF4-FFF2-40B4-BE49-F238E27FC236}">
                  <a16:creationId xmlns:a16="http://schemas.microsoft.com/office/drawing/2014/main" id="{9808325A-27D7-B67F-AFEC-5D061C1C00AB}"/>
                </a:ext>
              </a:extLst>
            </p:cNvPr>
            <p:cNvSpPr/>
            <p:nvPr/>
          </p:nvSpPr>
          <p:spPr>
            <a:xfrm>
              <a:off x="710311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0" name="矩形 188">
              <a:extLst>
                <a:ext uri="{FF2B5EF4-FFF2-40B4-BE49-F238E27FC236}">
                  <a16:creationId xmlns:a16="http://schemas.microsoft.com/office/drawing/2014/main" id="{D9F4AE76-A38E-11E7-AEA5-C4C3FBF0FB41}"/>
                </a:ext>
              </a:extLst>
            </p:cNvPr>
            <p:cNvSpPr/>
            <p:nvPr/>
          </p:nvSpPr>
          <p:spPr>
            <a:xfrm>
              <a:off x="728345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1" name="矩形 189">
              <a:extLst>
                <a:ext uri="{FF2B5EF4-FFF2-40B4-BE49-F238E27FC236}">
                  <a16:creationId xmlns:a16="http://schemas.microsoft.com/office/drawing/2014/main" id="{FA892254-22EF-859E-90F5-7599801AD642}"/>
                </a:ext>
              </a:extLst>
            </p:cNvPr>
            <p:cNvSpPr/>
            <p:nvPr/>
          </p:nvSpPr>
          <p:spPr>
            <a:xfrm>
              <a:off x="6743065" y="286702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2" name="矩形 190">
              <a:extLst>
                <a:ext uri="{FF2B5EF4-FFF2-40B4-BE49-F238E27FC236}">
                  <a16:creationId xmlns:a16="http://schemas.microsoft.com/office/drawing/2014/main" id="{F055CD54-099E-7717-23C1-E716B061C184}"/>
                </a:ext>
              </a:extLst>
            </p:cNvPr>
            <p:cNvSpPr/>
            <p:nvPr/>
          </p:nvSpPr>
          <p:spPr>
            <a:xfrm>
              <a:off x="692340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3" name="矩形 191">
              <a:extLst>
                <a:ext uri="{FF2B5EF4-FFF2-40B4-BE49-F238E27FC236}">
                  <a16:creationId xmlns:a16="http://schemas.microsoft.com/office/drawing/2014/main" id="{6FF7D6D2-C012-4486-AE78-23B94D8402FB}"/>
                </a:ext>
              </a:extLst>
            </p:cNvPr>
            <p:cNvSpPr/>
            <p:nvPr/>
          </p:nvSpPr>
          <p:spPr>
            <a:xfrm>
              <a:off x="710311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4" name="矩形 192">
              <a:extLst>
                <a:ext uri="{FF2B5EF4-FFF2-40B4-BE49-F238E27FC236}">
                  <a16:creationId xmlns:a16="http://schemas.microsoft.com/office/drawing/2014/main" id="{7C932A7E-0C5B-4E41-5535-D1E3C0116D63}"/>
                </a:ext>
              </a:extLst>
            </p:cNvPr>
            <p:cNvSpPr/>
            <p:nvPr/>
          </p:nvSpPr>
          <p:spPr>
            <a:xfrm>
              <a:off x="728345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5" name="矩形 193">
              <a:extLst>
                <a:ext uri="{FF2B5EF4-FFF2-40B4-BE49-F238E27FC236}">
                  <a16:creationId xmlns:a16="http://schemas.microsoft.com/office/drawing/2014/main" id="{3D250345-5156-7D90-6AED-EF5214B07435}"/>
                </a:ext>
              </a:extLst>
            </p:cNvPr>
            <p:cNvSpPr/>
            <p:nvPr/>
          </p:nvSpPr>
          <p:spPr>
            <a:xfrm>
              <a:off x="6743065" y="304673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6" name="矩形 194">
              <a:extLst>
                <a:ext uri="{FF2B5EF4-FFF2-40B4-BE49-F238E27FC236}">
                  <a16:creationId xmlns:a16="http://schemas.microsoft.com/office/drawing/2014/main" id="{7C17981D-1E3D-710E-A02D-20F4D5ADB267}"/>
                </a:ext>
              </a:extLst>
            </p:cNvPr>
            <p:cNvSpPr/>
            <p:nvPr/>
          </p:nvSpPr>
          <p:spPr>
            <a:xfrm>
              <a:off x="692340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7" name="矩形 195">
              <a:extLst>
                <a:ext uri="{FF2B5EF4-FFF2-40B4-BE49-F238E27FC236}">
                  <a16:creationId xmlns:a16="http://schemas.microsoft.com/office/drawing/2014/main" id="{F5F729D9-5E1E-A66B-AB10-9E3695131F42}"/>
                </a:ext>
              </a:extLst>
            </p:cNvPr>
            <p:cNvSpPr/>
            <p:nvPr/>
          </p:nvSpPr>
          <p:spPr>
            <a:xfrm>
              <a:off x="710311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矩形 196">
              <a:extLst>
                <a:ext uri="{FF2B5EF4-FFF2-40B4-BE49-F238E27FC236}">
                  <a16:creationId xmlns:a16="http://schemas.microsoft.com/office/drawing/2014/main" id="{58FE5592-6D6D-425B-50D9-66A276E50887}"/>
                </a:ext>
              </a:extLst>
            </p:cNvPr>
            <p:cNvSpPr/>
            <p:nvPr/>
          </p:nvSpPr>
          <p:spPr>
            <a:xfrm>
              <a:off x="728345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矩形 197">
              <a:extLst>
                <a:ext uri="{FF2B5EF4-FFF2-40B4-BE49-F238E27FC236}">
                  <a16:creationId xmlns:a16="http://schemas.microsoft.com/office/drawing/2014/main" id="{6DAB3C74-A92B-E5F3-BAA9-60C930F332EA}"/>
                </a:ext>
              </a:extLst>
            </p:cNvPr>
            <p:cNvSpPr/>
            <p:nvPr/>
          </p:nvSpPr>
          <p:spPr>
            <a:xfrm>
              <a:off x="6743065" y="322707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0" name="矩形 198">
              <a:extLst>
                <a:ext uri="{FF2B5EF4-FFF2-40B4-BE49-F238E27FC236}">
                  <a16:creationId xmlns:a16="http://schemas.microsoft.com/office/drawing/2014/main" id="{AFC747BF-2F80-B61E-87FF-C8F38C3C57E5}"/>
                </a:ext>
              </a:extLst>
            </p:cNvPr>
            <p:cNvSpPr/>
            <p:nvPr/>
          </p:nvSpPr>
          <p:spPr>
            <a:xfrm>
              <a:off x="692340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1" name="矩形 199">
              <a:extLst>
                <a:ext uri="{FF2B5EF4-FFF2-40B4-BE49-F238E27FC236}">
                  <a16:creationId xmlns:a16="http://schemas.microsoft.com/office/drawing/2014/main" id="{14774127-4F31-4879-130C-F2B50CED3B9C}"/>
                </a:ext>
              </a:extLst>
            </p:cNvPr>
            <p:cNvSpPr/>
            <p:nvPr/>
          </p:nvSpPr>
          <p:spPr>
            <a:xfrm>
              <a:off x="710311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2" name="矩形 200">
              <a:extLst>
                <a:ext uri="{FF2B5EF4-FFF2-40B4-BE49-F238E27FC236}">
                  <a16:creationId xmlns:a16="http://schemas.microsoft.com/office/drawing/2014/main" id="{5C54C604-5418-389F-EB77-FD0447529E32}"/>
                </a:ext>
              </a:extLst>
            </p:cNvPr>
            <p:cNvSpPr/>
            <p:nvPr/>
          </p:nvSpPr>
          <p:spPr>
            <a:xfrm>
              <a:off x="728345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3" name="矩形 201">
              <a:extLst>
                <a:ext uri="{FF2B5EF4-FFF2-40B4-BE49-F238E27FC236}">
                  <a16:creationId xmlns:a16="http://schemas.microsoft.com/office/drawing/2014/main" id="{5858CD4E-6CA6-E155-060A-EE9CCFAA8A07}"/>
                </a:ext>
              </a:extLst>
            </p:cNvPr>
            <p:cNvSpPr/>
            <p:nvPr/>
          </p:nvSpPr>
          <p:spPr>
            <a:xfrm>
              <a:off x="6031865" y="196659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14" name="组合 202">
              <a:extLst>
                <a:ext uri="{FF2B5EF4-FFF2-40B4-BE49-F238E27FC236}">
                  <a16:creationId xmlns:a16="http://schemas.microsoft.com/office/drawing/2014/main" id="{3EE27525-5792-8EF3-C81B-F1AE0E2C6229}"/>
                </a:ext>
              </a:extLst>
            </p:cNvPr>
            <p:cNvGrpSpPr/>
            <p:nvPr/>
          </p:nvGrpSpPr>
          <p:grpSpPr>
            <a:xfrm>
              <a:off x="5874385" y="1813560"/>
              <a:ext cx="306070" cy="306070"/>
              <a:chOff x="1716741" y="1106108"/>
              <a:chExt cx="306000" cy="306000"/>
            </a:xfrm>
          </p:grpSpPr>
          <p:sp>
            <p:nvSpPr>
              <p:cNvPr id="215" name="椭圆 203">
                <a:extLst>
                  <a:ext uri="{FF2B5EF4-FFF2-40B4-BE49-F238E27FC236}">
                    <a16:creationId xmlns:a16="http://schemas.microsoft.com/office/drawing/2014/main" id="{ADFAB22A-96DC-90FD-106A-24465FF0EACD}"/>
                  </a:ext>
                </a:extLst>
              </p:cNvPr>
              <p:cNvSpPr/>
              <p:nvPr/>
            </p:nvSpPr>
            <p:spPr>
              <a:xfrm>
                <a:off x="1716741" y="1106108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文本框 204">
                    <a:extLst>
                      <a:ext uri="{FF2B5EF4-FFF2-40B4-BE49-F238E27FC236}">
                        <a16:creationId xmlns:a16="http://schemas.microsoft.com/office/drawing/2014/main" id="{2468D639-E9DE-3B85-016D-6713A3D94582}"/>
                      </a:ext>
                    </a:extLst>
                  </p:cNvPr>
                  <p:cNvSpPr txBox="1"/>
                  <p:nvPr/>
                </p:nvSpPr>
                <p:spPr>
                  <a:xfrm>
                    <a:off x="1783179" y="1151386"/>
                    <a:ext cx="17312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217" name="矩形 205">
              <a:extLst>
                <a:ext uri="{FF2B5EF4-FFF2-40B4-BE49-F238E27FC236}">
                  <a16:creationId xmlns:a16="http://schemas.microsoft.com/office/drawing/2014/main" id="{164CC9F5-7D2B-79E5-AC81-E263198B488E}"/>
                </a:ext>
              </a:extLst>
            </p:cNvPr>
            <p:cNvSpPr/>
            <p:nvPr/>
          </p:nvSpPr>
          <p:spPr>
            <a:xfrm>
              <a:off x="6748780" y="4305935"/>
              <a:ext cx="180340" cy="18034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1页"/>
          <p:cNvGrpSpPr/>
          <p:nvPr/>
        </p:nvGrpSpPr>
        <p:grpSpPr>
          <a:xfrm>
            <a:off x="4142581" y="2220722"/>
            <a:ext cx="3906837" cy="3902456"/>
            <a:chOff x="4074795" y="1813560"/>
            <a:chExt cx="3397250" cy="3393440"/>
          </a:xfrm>
        </p:grpSpPr>
        <p:sp>
          <p:nvSpPr>
            <p:cNvPr id="14" name="矩形 1">
              <a:extLst>
                <a:ext uri="{FF2B5EF4-FFF2-40B4-BE49-F238E27FC236}">
                  <a16:creationId xmlns:a16="http://schemas.microsoft.com/office/drawing/2014/main" id="{6D1EAF9A-2EE0-C8EE-A9CB-78472832C94B}"/>
                </a:ext>
              </a:extLst>
            </p:cNvPr>
            <p:cNvSpPr/>
            <p:nvPr/>
          </p:nvSpPr>
          <p:spPr>
            <a:xfrm>
              <a:off x="602869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矩形 3">
              <a:extLst>
                <a:ext uri="{FF2B5EF4-FFF2-40B4-BE49-F238E27FC236}">
                  <a16:creationId xmlns:a16="http://schemas.microsoft.com/office/drawing/2014/main" id="{F4825AB2-C586-4B59-0D77-DD210D28EC37}"/>
                </a:ext>
              </a:extLst>
            </p:cNvPr>
            <p:cNvSpPr/>
            <p:nvPr/>
          </p:nvSpPr>
          <p:spPr>
            <a:xfrm>
              <a:off x="620903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B21DC2B3-C407-BEC2-6BF7-EDAC1AF75A42}"/>
                </a:ext>
              </a:extLst>
            </p:cNvPr>
            <p:cNvSpPr/>
            <p:nvPr/>
          </p:nvSpPr>
          <p:spPr>
            <a:xfrm>
              <a:off x="638873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5">
              <a:extLst>
                <a:ext uri="{FF2B5EF4-FFF2-40B4-BE49-F238E27FC236}">
                  <a16:creationId xmlns:a16="http://schemas.microsoft.com/office/drawing/2014/main" id="{D53E5A6F-0D0D-3579-F4C9-AB91EB2D1640}"/>
                </a:ext>
              </a:extLst>
            </p:cNvPr>
            <p:cNvSpPr/>
            <p:nvPr/>
          </p:nvSpPr>
          <p:spPr>
            <a:xfrm>
              <a:off x="656907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6">
              <a:extLst>
                <a:ext uri="{FF2B5EF4-FFF2-40B4-BE49-F238E27FC236}">
                  <a16:creationId xmlns:a16="http://schemas.microsoft.com/office/drawing/2014/main" id="{BD9AF22B-0445-4CD4-4C4A-F045A005198E}"/>
                </a:ext>
              </a:extLst>
            </p:cNvPr>
            <p:cNvSpPr/>
            <p:nvPr/>
          </p:nvSpPr>
          <p:spPr>
            <a:xfrm>
              <a:off x="602869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7">
              <a:extLst>
                <a:ext uri="{FF2B5EF4-FFF2-40B4-BE49-F238E27FC236}">
                  <a16:creationId xmlns:a16="http://schemas.microsoft.com/office/drawing/2014/main" id="{8894D2DE-31EF-E2E3-8B73-FBDF26465F80}"/>
                </a:ext>
              </a:extLst>
            </p:cNvPr>
            <p:cNvSpPr/>
            <p:nvPr/>
          </p:nvSpPr>
          <p:spPr>
            <a:xfrm>
              <a:off x="620903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矩形 8">
              <a:extLst>
                <a:ext uri="{FF2B5EF4-FFF2-40B4-BE49-F238E27FC236}">
                  <a16:creationId xmlns:a16="http://schemas.microsoft.com/office/drawing/2014/main" id="{3692F218-38E9-E4A0-DD4A-D11BC3306E19}"/>
                </a:ext>
              </a:extLst>
            </p:cNvPr>
            <p:cNvSpPr/>
            <p:nvPr/>
          </p:nvSpPr>
          <p:spPr>
            <a:xfrm>
              <a:off x="638873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矩形 9">
              <a:extLst>
                <a:ext uri="{FF2B5EF4-FFF2-40B4-BE49-F238E27FC236}">
                  <a16:creationId xmlns:a16="http://schemas.microsoft.com/office/drawing/2014/main" id="{612CBBE1-80D9-38EB-08F4-4E98C17D8254}"/>
                </a:ext>
              </a:extLst>
            </p:cNvPr>
            <p:cNvSpPr/>
            <p:nvPr/>
          </p:nvSpPr>
          <p:spPr>
            <a:xfrm>
              <a:off x="656907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矩形 10">
              <a:extLst>
                <a:ext uri="{FF2B5EF4-FFF2-40B4-BE49-F238E27FC236}">
                  <a16:creationId xmlns:a16="http://schemas.microsoft.com/office/drawing/2014/main" id="{F90BE59F-C905-6D45-00C9-7023A46C92FE}"/>
                </a:ext>
              </a:extLst>
            </p:cNvPr>
            <p:cNvSpPr/>
            <p:nvPr/>
          </p:nvSpPr>
          <p:spPr>
            <a:xfrm>
              <a:off x="602869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矩形 11">
              <a:extLst>
                <a:ext uri="{FF2B5EF4-FFF2-40B4-BE49-F238E27FC236}">
                  <a16:creationId xmlns:a16="http://schemas.microsoft.com/office/drawing/2014/main" id="{7E257A22-DBCD-8063-1B3E-0458594DE3DE}"/>
                </a:ext>
              </a:extLst>
            </p:cNvPr>
            <p:cNvSpPr/>
            <p:nvPr/>
          </p:nvSpPr>
          <p:spPr>
            <a:xfrm>
              <a:off x="620903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矩形 12">
              <a:extLst>
                <a:ext uri="{FF2B5EF4-FFF2-40B4-BE49-F238E27FC236}">
                  <a16:creationId xmlns:a16="http://schemas.microsoft.com/office/drawing/2014/main" id="{64BADC61-1759-D8E7-FC8F-0AA50878CC17}"/>
                </a:ext>
              </a:extLst>
            </p:cNvPr>
            <p:cNvSpPr/>
            <p:nvPr/>
          </p:nvSpPr>
          <p:spPr>
            <a:xfrm>
              <a:off x="638873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" name="矩形 13">
              <a:extLst>
                <a:ext uri="{FF2B5EF4-FFF2-40B4-BE49-F238E27FC236}">
                  <a16:creationId xmlns:a16="http://schemas.microsoft.com/office/drawing/2014/main" id="{DD9BAE9C-1525-14C5-2F5C-8BC0BAAB6104}"/>
                </a:ext>
              </a:extLst>
            </p:cNvPr>
            <p:cNvSpPr/>
            <p:nvPr/>
          </p:nvSpPr>
          <p:spPr>
            <a:xfrm>
              <a:off x="656907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" name="矩形 14">
              <a:extLst>
                <a:ext uri="{FF2B5EF4-FFF2-40B4-BE49-F238E27FC236}">
                  <a16:creationId xmlns:a16="http://schemas.microsoft.com/office/drawing/2014/main" id="{90723329-A8CE-05E6-D323-AC35F65987C5}"/>
                </a:ext>
              </a:extLst>
            </p:cNvPr>
            <p:cNvSpPr/>
            <p:nvPr/>
          </p:nvSpPr>
          <p:spPr>
            <a:xfrm>
              <a:off x="602869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15">
              <a:extLst>
                <a:ext uri="{FF2B5EF4-FFF2-40B4-BE49-F238E27FC236}">
                  <a16:creationId xmlns:a16="http://schemas.microsoft.com/office/drawing/2014/main" id="{7028725D-14DA-67EE-8DB1-ED2DBF0BB419}"/>
                </a:ext>
              </a:extLst>
            </p:cNvPr>
            <p:cNvSpPr/>
            <p:nvPr/>
          </p:nvSpPr>
          <p:spPr>
            <a:xfrm>
              <a:off x="620903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16">
              <a:extLst>
                <a:ext uri="{FF2B5EF4-FFF2-40B4-BE49-F238E27FC236}">
                  <a16:creationId xmlns:a16="http://schemas.microsoft.com/office/drawing/2014/main" id="{862740F3-A7AA-18B0-473E-1549D307F798}"/>
                </a:ext>
              </a:extLst>
            </p:cNvPr>
            <p:cNvSpPr/>
            <p:nvPr/>
          </p:nvSpPr>
          <p:spPr>
            <a:xfrm>
              <a:off x="638873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矩形 17">
              <a:extLst>
                <a:ext uri="{FF2B5EF4-FFF2-40B4-BE49-F238E27FC236}">
                  <a16:creationId xmlns:a16="http://schemas.microsoft.com/office/drawing/2014/main" id="{AACFC1CC-80E7-A084-67F9-F4EA802E9282}"/>
                </a:ext>
              </a:extLst>
            </p:cNvPr>
            <p:cNvSpPr/>
            <p:nvPr/>
          </p:nvSpPr>
          <p:spPr>
            <a:xfrm>
              <a:off x="656907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" name="矩形 18">
              <a:extLst>
                <a:ext uri="{FF2B5EF4-FFF2-40B4-BE49-F238E27FC236}">
                  <a16:creationId xmlns:a16="http://schemas.microsoft.com/office/drawing/2014/main" id="{076C86B4-5ED4-759F-E7CA-4A1B791C31BA}"/>
                </a:ext>
              </a:extLst>
            </p:cNvPr>
            <p:cNvSpPr/>
            <p:nvPr/>
          </p:nvSpPr>
          <p:spPr>
            <a:xfrm>
              <a:off x="674878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矩形 19">
              <a:extLst>
                <a:ext uri="{FF2B5EF4-FFF2-40B4-BE49-F238E27FC236}">
                  <a16:creationId xmlns:a16="http://schemas.microsoft.com/office/drawing/2014/main" id="{C399D5E1-6849-578E-10DE-3CC054D8F8C4}"/>
                </a:ext>
              </a:extLst>
            </p:cNvPr>
            <p:cNvSpPr/>
            <p:nvPr/>
          </p:nvSpPr>
          <p:spPr>
            <a:xfrm>
              <a:off x="692912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2" name="矩形 20">
              <a:extLst>
                <a:ext uri="{FF2B5EF4-FFF2-40B4-BE49-F238E27FC236}">
                  <a16:creationId xmlns:a16="http://schemas.microsoft.com/office/drawing/2014/main" id="{63824715-AFB4-F14B-EBF5-3FD0D6DE9927}"/>
                </a:ext>
              </a:extLst>
            </p:cNvPr>
            <p:cNvSpPr/>
            <p:nvPr/>
          </p:nvSpPr>
          <p:spPr>
            <a:xfrm>
              <a:off x="710882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3" name="矩形 21">
              <a:extLst>
                <a:ext uri="{FF2B5EF4-FFF2-40B4-BE49-F238E27FC236}">
                  <a16:creationId xmlns:a16="http://schemas.microsoft.com/office/drawing/2014/main" id="{C58C0A4D-62C7-F16E-7368-21AB2899CB2E}"/>
                </a:ext>
              </a:extLst>
            </p:cNvPr>
            <p:cNvSpPr/>
            <p:nvPr/>
          </p:nvSpPr>
          <p:spPr>
            <a:xfrm>
              <a:off x="728916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4" name="矩形 22">
              <a:extLst>
                <a:ext uri="{FF2B5EF4-FFF2-40B4-BE49-F238E27FC236}">
                  <a16:creationId xmlns:a16="http://schemas.microsoft.com/office/drawing/2014/main" id="{A0218EF6-3BD2-1BB4-5E2C-E219326790B7}"/>
                </a:ext>
              </a:extLst>
            </p:cNvPr>
            <p:cNvSpPr/>
            <p:nvPr/>
          </p:nvSpPr>
          <p:spPr>
            <a:xfrm>
              <a:off x="674878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23">
              <a:extLst>
                <a:ext uri="{FF2B5EF4-FFF2-40B4-BE49-F238E27FC236}">
                  <a16:creationId xmlns:a16="http://schemas.microsoft.com/office/drawing/2014/main" id="{2D7EB7F4-5228-029A-FE07-CF3DA306FF02}"/>
                </a:ext>
              </a:extLst>
            </p:cNvPr>
            <p:cNvSpPr/>
            <p:nvPr/>
          </p:nvSpPr>
          <p:spPr>
            <a:xfrm>
              <a:off x="692912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24">
              <a:extLst>
                <a:ext uri="{FF2B5EF4-FFF2-40B4-BE49-F238E27FC236}">
                  <a16:creationId xmlns:a16="http://schemas.microsoft.com/office/drawing/2014/main" id="{9F68534B-5A54-9942-E507-83421E220F8F}"/>
                </a:ext>
              </a:extLst>
            </p:cNvPr>
            <p:cNvSpPr/>
            <p:nvPr/>
          </p:nvSpPr>
          <p:spPr>
            <a:xfrm>
              <a:off x="710882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7" name="矩形 25">
              <a:extLst>
                <a:ext uri="{FF2B5EF4-FFF2-40B4-BE49-F238E27FC236}">
                  <a16:creationId xmlns:a16="http://schemas.microsoft.com/office/drawing/2014/main" id="{B2A9946D-4B45-55B0-D601-309F68175FAA}"/>
                </a:ext>
              </a:extLst>
            </p:cNvPr>
            <p:cNvSpPr/>
            <p:nvPr/>
          </p:nvSpPr>
          <p:spPr>
            <a:xfrm>
              <a:off x="728916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8" name="矩形 26">
              <a:extLst>
                <a:ext uri="{FF2B5EF4-FFF2-40B4-BE49-F238E27FC236}">
                  <a16:creationId xmlns:a16="http://schemas.microsoft.com/office/drawing/2014/main" id="{E54EEC76-CA1A-413A-0DAB-705B85804CE1}"/>
                </a:ext>
              </a:extLst>
            </p:cNvPr>
            <p:cNvSpPr/>
            <p:nvPr/>
          </p:nvSpPr>
          <p:spPr>
            <a:xfrm>
              <a:off x="710819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27">
              <a:extLst>
                <a:ext uri="{FF2B5EF4-FFF2-40B4-BE49-F238E27FC236}">
                  <a16:creationId xmlns:a16="http://schemas.microsoft.com/office/drawing/2014/main" id="{AC81EDCE-2DD9-28EB-F325-B3641494EA16}"/>
                </a:ext>
              </a:extLst>
            </p:cNvPr>
            <p:cNvSpPr/>
            <p:nvPr/>
          </p:nvSpPr>
          <p:spPr>
            <a:xfrm>
              <a:off x="728916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" name="矩形 28">
              <a:extLst>
                <a:ext uri="{FF2B5EF4-FFF2-40B4-BE49-F238E27FC236}">
                  <a16:creationId xmlns:a16="http://schemas.microsoft.com/office/drawing/2014/main" id="{3928007C-7882-6F87-0CD6-4ABB225A8A50}"/>
                </a:ext>
              </a:extLst>
            </p:cNvPr>
            <p:cNvSpPr/>
            <p:nvPr/>
          </p:nvSpPr>
          <p:spPr>
            <a:xfrm>
              <a:off x="6748145" y="412686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" name="矩形 29">
              <a:extLst>
                <a:ext uri="{FF2B5EF4-FFF2-40B4-BE49-F238E27FC236}">
                  <a16:creationId xmlns:a16="http://schemas.microsoft.com/office/drawing/2014/main" id="{2608DC43-9407-FA77-5797-D772093FE3F8}"/>
                </a:ext>
              </a:extLst>
            </p:cNvPr>
            <p:cNvSpPr/>
            <p:nvPr/>
          </p:nvSpPr>
          <p:spPr>
            <a:xfrm>
              <a:off x="6748145" y="430593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2" name="矩形 30">
              <a:extLst>
                <a:ext uri="{FF2B5EF4-FFF2-40B4-BE49-F238E27FC236}">
                  <a16:creationId xmlns:a16="http://schemas.microsoft.com/office/drawing/2014/main" id="{CB281F9F-3C58-85A0-EF09-CC2DD6A2490D}"/>
                </a:ext>
              </a:extLst>
            </p:cNvPr>
            <p:cNvSpPr/>
            <p:nvPr/>
          </p:nvSpPr>
          <p:spPr>
            <a:xfrm>
              <a:off x="710882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3" name="矩形 31">
              <a:extLst>
                <a:ext uri="{FF2B5EF4-FFF2-40B4-BE49-F238E27FC236}">
                  <a16:creationId xmlns:a16="http://schemas.microsoft.com/office/drawing/2014/main" id="{F7B9738B-15D7-22D5-4FB0-44ECEF402444}"/>
                </a:ext>
              </a:extLst>
            </p:cNvPr>
            <p:cNvSpPr/>
            <p:nvPr/>
          </p:nvSpPr>
          <p:spPr>
            <a:xfrm>
              <a:off x="728916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4" name="矩形 32">
              <a:extLst>
                <a:ext uri="{FF2B5EF4-FFF2-40B4-BE49-F238E27FC236}">
                  <a16:creationId xmlns:a16="http://schemas.microsoft.com/office/drawing/2014/main" id="{EEFC5A20-D5C8-CC61-36E2-D770E8AAC744}"/>
                </a:ext>
              </a:extLst>
            </p:cNvPr>
            <p:cNvSpPr/>
            <p:nvPr/>
          </p:nvSpPr>
          <p:spPr>
            <a:xfrm>
              <a:off x="602869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5" name="矩形 33">
              <a:extLst>
                <a:ext uri="{FF2B5EF4-FFF2-40B4-BE49-F238E27FC236}">
                  <a16:creationId xmlns:a16="http://schemas.microsoft.com/office/drawing/2014/main" id="{A570C1B9-20A6-06CD-A5C0-5FEFACCF6E77}"/>
                </a:ext>
              </a:extLst>
            </p:cNvPr>
            <p:cNvSpPr/>
            <p:nvPr/>
          </p:nvSpPr>
          <p:spPr>
            <a:xfrm>
              <a:off x="620903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矩形 34">
              <a:extLst>
                <a:ext uri="{FF2B5EF4-FFF2-40B4-BE49-F238E27FC236}">
                  <a16:creationId xmlns:a16="http://schemas.microsoft.com/office/drawing/2014/main" id="{35FD5426-2AC0-E24E-F6E0-FB63C229798B}"/>
                </a:ext>
              </a:extLst>
            </p:cNvPr>
            <p:cNvSpPr/>
            <p:nvPr/>
          </p:nvSpPr>
          <p:spPr>
            <a:xfrm>
              <a:off x="638873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矩形 35">
              <a:extLst>
                <a:ext uri="{FF2B5EF4-FFF2-40B4-BE49-F238E27FC236}">
                  <a16:creationId xmlns:a16="http://schemas.microsoft.com/office/drawing/2014/main" id="{931B7044-9296-A917-6775-62CDA1439340}"/>
                </a:ext>
              </a:extLst>
            </p:cNvPr>
            <p:cNvSpPr/>
            <p:nvPr/>
          </p:nvSpPr>
          <p:spPr>
            <a:xfrm>
              <a:off x="656907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矩形 36">
              <a:extLst>
                <a:ext uri="{FF2B5EF4-FFF2-40B4-BE49-F238E27FC236}">
                  <a16:creationId xmlns:a16="http://schemas.microsoft.com/office/drawing/2014/main" id="{A2DA3F47-3C7F-69C8-1923-157B059718B5}"/>
                </a:ext>
              </a:extLst>
            </p:cNvPr>
            <p:cNvSpPr/>
            <p:nvPr/>
          </p:nvSpPr>
          <p:spPr>
            <a:xfrm>
              <a:off x="602869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矩形 37">
              <a:extLst>
                <a:ext uri="{FF2B5EF4-FFF2-40B4-BE49-F238E27FC236}">
                  <a16:creationId xmlns:a16="http://schemas.microsoft.com/office/drawing/2014/main" id="{74262DAC-6756-CA49-18C1-E3382F9E103F}"/>
                </a:ext>
              </a:extLst>
            </p:cNvPr>
            <p:cNvSpPr/>
            <p:nvPr/>
          </p:nvSpPr>
          <p:spPr>
            <a:xfrm>
              <a:off x="620903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矩形 38">
              <a:extLst>
                <a:ext uri="{FF2B5EF4-FFF2-40B4-BE49-F238E27FC236}">
                  <a16:creationId xmlns:a16="http://schemas.microsoft.com/office/drawing/2014/main" id="{998C712B-F3FE-F9AD-7B5B-FEF234CF3F09}"/>
                </a:ext>
              </a:extLst>
            </p:cNvPr>
            <p:cNvSpPr/>
            <p:nvPr/>
          </p:nvSpPr>
          <p:spPr>
            <a:xfrm>
              <a:off x="638873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" name="矩形 39">
              <a:extLst>
                <a:ext uri="{FF2B5EF4-FFF2-40B4-BE49-F238E27FC236}">
                  <a16:creationId xmlns:a16="http://schemas.microsoft.com/office/drawing/2014/main" id="{27314FCE-1289-EA0C-889E-E5B717218A84}"/>
                </a:ext>
              </a:extLst>
            </p:cNvPr>
            <p:cNvSpPr/>
            <p:nvPr/>
          </p:nvSpPr>
          <p:spPr>
            <a:xfrm>
              <a:off x="656907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" name="矩形 40">
              <a:extLst>
                <a:ext uri="{FF2B5EF4-FFF2-40B4-BE49-F238E27FC236}">
                  <a16:creationId xmlns:a16="http://schemas.microsoft.com/office/drawing/2014/main" id="{6D1E5420-8A16-2E2B-C560-3352B693AFF8}"/>
                </a:ext>
              </a:extLst>
            </p:cNvPr>
            <p:cNvSpPr/>
            <p:nvPr/>
          </p:nvSpPr>
          <p:spPr>
            <a:xfrm>
              <a:off x="602869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3" name="矩形 41">
              <a:extLst>
                <a:ext uri="{FF2B5EF4-FFF2-40B4-BE49-F238E27FC236}">
                  <a16:creationId xmlns:a16="http://schemas.microsoft.com/office/drawing/2014/main" id="{561B0492-187D-BEA7-23FC-30550C6F11E3}"/>
                </a:ext>
              </a:extLst>
            </p:cNvPr>
            <p:cNvSpPr/>
            <p:nvPr/>
          </p:nvSpPr>
          <p:spPr>
            <a:xfrm>
              <a:off x="620903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4" name="矩形 42">
              <a:extLst>
                <a:ext uri="{FF2B5EF4-FFF2-40B4-BE49-F238E27FC236}">
                  <a16:creationId xmlns:a16="http://schemas.microsoft.com/office/drawing/2014/main" id="{0046FB63-009D-2053-F692-821771ED069E}"/>
                </a:ext>
              </a:extLst>
            </p:cNvPr>
            <p:cNvSpPr/>
            <p:nvPr/>
          </p:nvSpPr>
          <p:spPr>
            <a:xfrm>
              <a:off x="638873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" name="矩形 43">
              <a:extLst>
                <a:ext uri="{FF2B5EF4-FFF2-40B4-BE49-F238E27FC236}">
                  <a16:creationId xmlns:a16="http://schemas.microsoft.com/office/drawing/2014/main" id="{026CDF16-FF09-3E94-D8EB-B2FDC8B666E6}"/>
                </a:ext>
              </a:extLst>
            </p:cNvPr>
            <p:cNvSpPr/>
            <p:nvPr/>
          </p:nvSpPr>
          <p:spPr>
            <a:xfrm>
              <a:off x="656907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" name="矩形 44">
              <a:extLst>
                <a:ext uri="{FF2B5EF4-FFF2-40B4-BE49-F238E27FC236}">
                  <a16:creationId xmlns:a16="http://schemas.microsoft.com/office/drawing/2014/main" id="{FA961AB2-189C-8BB4-6D23-61AAFC37BC6A}"/>
                </a:ext>
              </a:extLst>
            </p:cNvPr>
            <p:cNvSpPr/>
            <p:nvPr/>
          </p:nvSpPr>
          <p:spPr>
            <a:xfrm>
              <a:off x="602869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7" name="矩形 45">
              <a:extLst>
                <a:ext uri="{FF2B5EF4-FFF2-40B4-BE49-F238E27FC236}">
                  <a16:creationId xmlns:a16="http://schemas.microsoft.com/office/drawing/2014/main" id="{D788ECC2-7698-4EC6-1145-23BA93221E5E}"/>
                </a:ext>
              </a:extLst>
            </p:cNvPr>
            <p:cNvSpPr/>
            <p:nvPr/>
          </p:nvSpPr>
          <p:spPr>
            <a:xfrm>
              <a:off x="620903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" name="矩形 46">
              <a:extLst>
                <a:ext uri="{FF2B5EF4-FFF2-40B4-BE49-F238E27FC236}">
                  <a16:creationId xmlns:a16="http://schemas.microsoft.com/office/drawing/2014/main" id="{ECBED173-73AB-2C98-1D95-A0F2A956923E}"/>
                </a:ext>
              </a:extLst>
            </p:cNvPr>
            <p:cNvSpPr/>
            <p:nvPr/>
          </p:nvSpPr>
          <p:spPr>
            <a:xfrm>
              <a:off x="638873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" name="矩形 47">
              <a:extLst>
                <a:ext uri="{FF2B5EF4-FFF2-40B4-BE49-F238E27FC236}">
                  <a16:creationId xmlns:a16="http://schemas.microsoft.com/office/drawing/2014/main" id="{42B678C5-3D57-9F0C-5394-7800B50DB775}"/>
                </a:ext>
              </a:extLst>
            </p:cNvPr>
            <p:cNvSpPr/>
            <p:nvPr/>
          </p:nvSpPr>
          <p:spPr>
            <a:xfrm>
              <a:off x="656907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0" name="矩形 48">
              <a:extLst>
                <a:ext uri="{FF2B5EF4-FFF2-40B4-BE49-F238E27FC236}">
                  <a16:creationId xmlns:a16="http://schemas.microsoft.com/office/drawing/2014/main" id="{12FDF85C-FE79-9172-8FD4-277E2162597B}"/>
                </a:ext>
              </a:extLst>
            </p:cNvPr>
            <p:cNvSpPr/>
            <p:nvPr/>
          </p:nvSpPr>
          <p:spPr>
            <a:xfrm>
              <a:off x="674814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1" name="矩形 49">
              <a:extLst>
                <a:ext uri="{FF2B5EF4-FFF2-40B4-BE49-F238E27FC236}">
                  <a16:creationId xmlns:a16="http://schemas.microsoft.com/office/drawing/2014/main" id="{E0B200CA-5A25-BDE3-A8AF-6D6CCACBEBA7}"/>
                </a:ext>
              </a:extLst>
            </p:cNvPr>
            <p:cNvSpPr/>
            <p:nvPr/>
          </p:nvSpPr>
          <p:spPr>
            <a:xfrm>
              <a:off x="692912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2" name="矩形 50">
              <a:extLst>
                <a:ext uri="{FF2B5EF4-FFF2-40B4-BE49-F238E27FC236}">
                  <a16:creationId xmlns:a16="http://schemas.microsoft.com/office/drawing/2014/main" id="{4A07A45C-0F43-03AE-6B5A-6A32BB3A4ACB}"/>
                </a:ext>
              </a:extLst>
            </p:cNvPr>
            <p:cNvSpPr/>
            <p:nvPr/>
          </p:nvSpPr>
          <p:spPr>
            <a:xfrm>
              <a:off x="710882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3" name="矩形 51">
              <a:extLst>
                <a:ext uri="{FF2B5EF4-FFF2-40B4-BE49-F238E27FC236}">
                  <a16:creationId xmlns:a16="http://schemas.microsoft.com/office/drawing/2014/main" id="{59925F59-EE2E-4B6F-365E-4FA6C9B1F850}"/>
                </a:ext>
              </a:extLst>
            </p:cNvPr>
            <p:cNvSpPr/>
            <p:nvPr/>
          </p:nvSpPr>
          <p:spPr>
            <a:xfrm>
              <a:off x="728916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4" name="矩形 52">
              <a:extLst>
                <a:ext uri="{FF2B5EF4-FFF2-40B4-BE49-F238E27FC236}">
                  <a16:creationId xmlns:a16="http://schemas.microsoft.com/office/drawing/2014/main" id="{871B06DA-7009-E1A6-81A5-610E657D34C8}"/>
                </a:ext>
              </a:extLst>
            </p:cNvPr>
            <p:cNvSpPr/>
            <p:nvPr/>
          </p:nvSpPr>
          <p:spPr>
            <a:xfrm>
              <a:off x="674814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5" name="矩形 53">
              <a:extLst>
                <a:ext uri="{FF2B5EF4-FFF2-40B4-BE49-F238E27FC236}">
                  <a16:creationId xmlns:a16="http://schemas.microsoft.com/office/drawing/2014/main" id="{E36CCFB3-52D8-2CFA-FDE4-3C4A626910A9}"/>
                </a:ext>
              </a:extLst>
            </p:cNvPr>
            <p:cNvSpPr/>
            <p:nvPr/>
          </p:nvSpPr>
          <p:spPr>
            <a:xfrm>
              <a:off x="692912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54">
              <a:extLst>
                <a:ext uri="{FF2B5EF4-FFF2-40B4-BE49-F238E27FC236}">
                  <a16:creationId xmlns:a16="http://schemas.microsoft.com/office/drawing/2014/main" id="{461DD084-6F4C-F3F5-8B10-86D107858501}"/>
                </a:ext>
              </a:extLst>
            </p:cNvPr>
            <p:cNvSpPr/>
            <p:nvPr/>
          </p:nvSpPr>
          <p:spPr>
            <a:xfrm>
              <a:off x="710882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矩形 55">
              <a:extLst>
                <a:ext uri="{FF2B5EF4-FFF2-40B4-BE49-F238E27FC236}">
                  <a16:creationId xmlns:a16="http://schemas.microsoft.com/office/drawing/2014/main" id="{961A6F62-4DDD-8F66-FA9E-2C9D8B244D3F}"/>
                </a:ext>
              </a:extLst>
            </p:cNvPr>
            <p:cNvSpPr/>
            <p:nvPr/>
          </p:nvSpPr>
          <p:spPr>
            <a:xfrm>
              <a:off x="728916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" name="矩形 56">
              <a:extLst>
                <a:ext uri="{FF2B5EF4-FFF2-40B4-BE49-F238E27FC236}">
                  <a16:creationId xmlns:a16="http://schemas.microsoft.com/office/drawing/2014/main" id="{AF6B9707-81A1-8AC8-6D52-70D882A5A27A}"/>
                </a:ext>
              </a:extLst>
            </p:cNvPr>
            <p:cNvSpPr/>
            <p:nvPr/>
          </p:nvSpPr>
          <p:spPr>
            <a:xfrm>
              <a:off x="674814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9" name="矩形 57">
              <a:extLst>
                <a:ext uri="{FF2B5EF4-FFF2-40B4-BE49-F238E27FC236}">
                  <a16:creationId xmlns:a16="http://schemas.microsoft.com/office/drawing/2014/main" id="{4F56F7F1-D7B1-5CC6-07AD-42449A1593D9}"/>
                </a:ext>
              </a:extLst>
            </p:cNvPr>
            <p:cNvSpPr/>
            <p:nvPr/>
          </p:nvSpPr>
          <p:spPr>
            <a:xfrm>
              <a:off x="692912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0" name="矩形 58">
              <a:extLst>
                <a:ext uri="{FF2B5EF4-FFF2-40B4-BE49-F238E27FC236}">
                  <a16:creationId xmlns:a16="http://schemas.microsoft.com/office/drawing/2014/main" id="{8854B739-C37B-6C98-155A-CB74015BC0E1}"/>
                </a:ext>
              </a:extLst>
            </p:cNvPr>
            <p:cNvSpPr/>
            <p:nvPr/>
          </p:nvSpPr>
          <p:spPr>
            <a:xfrm>
              <a:off x="710882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1" name="矩形 59">
              <a:extLst>
                <a:ext uri="{FF2B5EF4-FFF2-40B4-BE49-F238E27FC236}">
                  <a16:creationId xmlns:a16="http://schemas.microsoft.com/office/drawing/2014/main" id="{8EBC9BC2-9693-D31D-36E2-1195BE994B0C}"/>
                </a:ext>
              </a:extLst>
            </p:cNvPr>
            <p:cNvSpPr/>
            <p:nvPr/>
          </p:nvSpPr>
          <p:spPr>
            <a:xfrm>
              <a:off x="728916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2" name="矩形 60">
              <a:extLst>
                <a:ext uri="{FF2B5EF4-FFF2-40B4-BE49-F238E27FC236}">
                  <a16:creationId xmlns:a16="http://schemas.microsoft.com/office/drawing/2014/main" id="{640EF702-D883-0D2C-C7D0-BB90CF993F52}"/>
                </a:ext>
              </a:extLst>
            </p:cNvPr>
            <p:cNvSpPr/>
            <p:nvPr/>
          </p:nvSpPr>
          <p:spPr>
            <a:xfrm>
              <a:off x="674814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3" name="矩形 61">
              <a:extLst>
                <a:ext uri="{FF2B5EF4-FFF2-40B4-BE49-F238E27FC236}">
                  <a16:creationId xmlns:a16="http://schemas.microsoft.com/office/drawing/2014/main" id="{F1A2613E-578F-D663-A472-9D486F07A67D}"/>
                </a:ext>
              </a:extLst>
            </p:cNvPr>
            <p:cNvSpPr/>
            <p:nvPr/>
          </p:nvSpPr>
          <p:spPr>
            <a:xfrm>
              <a:off x="692912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矩形 62">
              <a:extLst>
                <a:ext uri="{FF2B5EF4-FFF2-40B4-BE49-F238E27FC236}">
                  <a16:creationId xmlns:a16="http://schemas.microsoft.com/office/drawing/2014/main" id="{C19235BA-1E0F-B158-E6F3-509F199FA175}"/>
                </a:ext>
              </a:extLst>
            </p:cNvPr>
            <p:cNvSpPr/>
            <p:nvPr/>
          </p:nvSpPr>
          <p:spPr>
            <a:xfrm>
              <a:off x="710882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5" name="矩形 63">
              <a:extLst>
                <a:ext uri="{FF2B5EF4-FFF2-40B4-BE49-F238E27FC236}">
                  <a16:creationId xmlns:a16="http://schemas.microsoft.com/office/drawing/2014/main" id="{3E1579F3-98A2-1641-71AA-4225F2775AFA}"/>
                </a:ext>
              </a:extLst>
            </p:cNvPr>
            <p:cNvSpPr/>
            <p:nvPr/>
          </p:nvSpPr>
          <p:spPr>
            <a:xfrm>
              <a:off x="728916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6" name="矩形 64">
              <a:extLst>
                <a:ext uri="{FF2B5EF4-FFF2-40B4-BE49-F238E27FC236}">
                  <a16:creationId xmlns:a16="http://schemas.microsoft.com/office/drawing/2014/main" id="{3267C8C0-D4A9-EB1F-F820-9A8057892186}"/>
                </a:ext>
              </a:extLst>
            </p:cNvPr>
            <p:cNvSpPr/>
            <p:nvPr/>
          </p:nvSpPr>
          <p:spPr>
            <a:xfrm>
              <a:off x="602869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77" name="组合 65">
              <a:extLst>
                <a:ext uri="{FF2B5EF4-FFF2-40B4-BE49-F238E27FC236}">
                  <a16:creationId xmlns:a16="http://schemas.microsoft.com/office/drawing/2014/main" id="{8C0CA692-B154-A5BB-7113-898251AD2029}"/>
                </a:ext>
              </a:extLst>
            </p:cNvPr>
            <p:cNvGrpSpPr/>
            <p:nvPr/>
          </p:nvGrpSpPr>
          <p:grpSpPr>
            <a:xfrm>
              <a:off x="5874385" y="3613150"/>
              <a:ext cx="306070" cy="306070"/>
              <a:chOff x="4435540" y="372119"/>
              <a:chExt cx="306000" cy="306000"/>
            </a:xfrm>
          </p:grpSpPr>
          <p:sp>
            <p:nvSpPr>
              <p:cNvPr id="78" name="椭圆 66">
                <a:extLst>
                  <a:ext uri="{FF2B5EF4-FFF2-40B4-BE49-F238E27FC236}">
                    <a16:creationId xmlns:a16="http://schemas.microsoft.com/office/drawing/2014/main" id="{9196233E-8660-42BC-1167-9777185859E5}"/>
                  </a:ext>
                </a:extLst>
              </p:cNvPr>
              <p:cNvSpPr/>
              <p:nvPr/>
            </p:nvSpPr>
            <p:spPr>
              <a:xfrm>
                <a:off x="4435540" y="372119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本框 67">
                    <a:extLst>
                      <a:ext uri="{FF2B5EF4-FFF2-40B4-BE49-F238E27FC236}">
                        <a16:creationId xmlns:a16="http://schemas.microsoft.com/office/drawing/2014/main" id="{21F493C3-D0C1-1E62-9371-CF9EEA63A9B3}"/>
                      </a:ext>
                    </a:extLst>
                  </p:cNvPr>
                  <p:cNvSpPr txBox="1"/>
                  <p:nvPr/>
                </p:nvSpPr>
                <p:spPr>
                  <a:xfrm>
                    <a:off x="4506049" y="417397"/>
                    <a:ext cx="1649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80" name="矩形 68">
              <a:extLst>
                <a:ext uri="{FF2B5EF4-FFF2-40B4-BE49-F238E27FC236}">
                  <a16:creationId xmlns:a16="http://schemas.microsoft.com/office/drawing/2014/main" id="{1D4714E7-2235-5F96-CF6C-E60D1B09C47C}"/>
                </a:ext>
              </a:extLst>
            </p:cNvPr>
            <p:cNvSpPr/>
            <p:nvPr/>
          </p:nvSpPr>
          <p:spPr>
            <a:xfrm>
              <a:off x="422783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1" name="矩形 69">
              <a:extLst>
                <a:ext uri="{FF2B5EF4-FFF2-40B4-BE49-F238E27FC236}">
                  <a16:creationId xmlns:a16="http://schemas.microsoft.com/office/drawing/2014/main" id="{87CEF75E-47C8-48F4-D6A1-3D3438567B69}"/>
                </a:ext>
              </a:extLst>
            </p:cNvPr>
            <p:cNvSpPr/>
            <p:nvPr/>
          </p:nvSpPr>
          <p:spPr>
            <a:xfrm>
              <a:off x="440817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2" name="矩形 70">
              <a:extLst>
                <a:ext uri="{FF2B5EF4-FFF2-40B4-BE49-F238E27FC236}">
                  <a16:creationId xmlns:a16="http://schemas.microsoft.com/office/drawing/2014/main" id="{BA9DA3E9-FCD5-C4B6-2561-4EC6075002C8}"/>
                </a:ext>
              </a:extLst>
            </p:cNvPr>
            <p:cNvSpPr/>
            <p:nvPr/>
          </p:nvSpPr>
          <p:spPr>
            <a:xfrm>
              <a:off x="458787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矩形 71">
              <a:extLst>
                <a:ext uri="{FF2B5EF4-FFF2-40B4-BE49-F238E27FC236}">
                  <a16:creationId xmlns:a16="http://schemas.microsoft.com/office/drawing/2014/main" id="{8110842A-AAC3-5B34-A456-808B073DD6C5}"/>
                </a:ext>
              </a:extLst>
            </p:cNvPr>
            <p:cNvSpPr/>
            <p:nvPr/>
          </p:nvSpPr>
          <p:spPr>
            <a:xfrm>
              <a:off x="476821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4" name="矩形 72">
              <a:extLst>
                <a:ext uri="{FF2B5EF4-FFF2-40B4-BE49-F238E27FC236}">
                  <a16:creationId xmlns:a16="http://schemas.microsoft.com/office/drawing/2014/main" id="{F38F309A-3981-E9AB-F978-088181C8B81A}"/>
                </a:ext>
              </a:extLst>
            </p:cNvPr>
            <p:cNvSpPr/>
            <p:nvPr/>
          </p:nvSpPr>
          <p:spPr>
            <a:xfrm>
              <a:off x="422783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5" name="矩形 73">
              <a:extLst>
                <a:ext uri="{FF2B5EF4-FFF2-40B4-BE49-F238E27FC236}">
                  <a16:creationId xmlns:a16="http://schemas.microsoft.com/office/drawing/2014/main" id="{8524792C-518F-09F3-586D-57CE54B0BBEE}"/>
                </a:ext>
              </a:extLst>
            </p:cNvPr>
            <p:cNvSpPr/>
            <p:nvPr/>
          </p:nvSpPr>
          <p:spPr>
            <a:xfrm>
              <a:off x="440817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6" name="矩形 74">
              <a:extLst>
                <a:ext uri="{FF2B5EF4-FFF2-40B4-BE49-F238E27FC236}">
                  <a16:creationId xmlns:a16="http://schemas.microsoft.com/office/drawing/2014/main" id="{C115E7C1-1DB5-17D8-DBCF-8AED319D6334}"/>
                </a:ext>
              </a:extLst>
            </p:cNvPr>
            <p:cNvSpPr/>
            <p:nvPr/>
          </p:nvSpPr>
          <p:spPr>
            <a:xfrm>
              <a:off x="458787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7" name="矩形 75">
              <a:extLst>
                <a:ext uri="{FF2B5EF4-FFF2-40B4-BE49-F238E27FC236}">
                  <a16:creationId xmlns:a16="http://schemas.microsoft.com/office/drawing/2014/main" id="{70495427-D49F-B165-3A51-95E83DF7D0C9}"/>
                </a:ext>
              </a:extLst>
            </p:cNvPr>
            <p:cNvSpPr/>
            <p:nvPr/>
          </p:nvSpPr>
          <p:spPr>
            <a:xfrm>
              <a:off x="476821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8" name="矩形 76">
              <a:extLst>
                <a:ext uri="{FF2B5EF4-FFF2-40B4-BE49-F238E27FC236}">
                  <a16:creationId xmlns:a16="http://schemas.microsoft.com/office/drawing/2014/main" id="{D60071CD-7293-7E5F-B494-997DF4B9DB88}"/>
                </a:ext>
              </a:extLst>
            </p:cNvPr>
            <p:cNvSpPr/>
            <p:nvPr/>
          </p:nvSpPr>
          <p:spPr>
            <a:xfrm>
              <a:off x="422783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9" name="矩形 77">
              <a:extLst>
                <a:ext uri="{FF2B5EF4-FFF2-40B4-BE49-F238E27FC236}">
                  <a16:creationId xmlns:a16="http://schemas.microsoft.com/office/drawing/2014/main" id="{B39CE87E-B00D-9A7B-65F8-7023863F0EA6}"/>
                </a:ext>
              </a:extLst>
            </p:cNvPr>
            <p:cNvSpPr/>
            <p:nvPr/>
          </p:nvSpPr>
          <p:spPr>
            <a:xfrm>
              <a:off x="440817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0" name="矩形 78">
              <a:extLst>
                <a:ext uri="{FF2B5EF4-FFF2-40B4-BE49-F238E27FC236}">
                  <a16:creationId xmlns:a16="http://schemas.microsoft.com/office/drawing/2014/main" id="{2B10FA77-C32A-F234-7052-76DD2392F4E8}"/>
                </a:ext>
              </a:extLst>
            </p:cNvPr>
            <p:cNvSpPr/>
            <p:nvPr/>
          </p:nvSpPr>
          <p:spPr>
            <a:xfrm>
              <a:off x="458787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1" name="矩形 79">
              <a:extLst>
                <a:ext uri="{FF2B5EF4-FFF2-40B4-BE49-F238E27FC236}">
                  <a16:creationId xmlns:a16="http://schemas.microsoft.com/office/drawing/2014/main" id="{C674017D-C847-91DB-F803-B1E440740915}"/>
                </a:ext>
              </a:extLst>
            </p:cNvPr>
            <p:cNvSpPr/>
            <p:nvPr/>
          </p:nvSpPr>
          <p:spPr>
            <a:xfrm>
              <a:off x="476821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2" name="矩形 80">
              <a:extLst>
                <a:ext uri="{FF2B5EF4-FFF2-40B4-BE49-F238E27FC236}">
                  <a16:creationId xmlns:a16="http://schemas.microsoft.com/office/drawing/2014/main" id="{DCD6C356-042B-7FA2-B983-35583A1D6490}"/>
                </a:ext>
              </a:extLst>
            </p:cNvPr>
            <p:cNvSpPr/>
            <p:nvPr/>
          </p:nvSpPr>
          <p:spPr>
            <a:xfrm>
              <a:off x="422719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3" name="矩形 81">
              <a:extLst>
                <a:ext uri="{FF2B5EF4-FFF2-40B4-BE49-F238E27FC236}">
                  <a16:creationId xmlns:a16="http://schemas.microsoft.com/office/drawing/2014/main" id="{CAC7E023-6F5F-E826-DEF0-4D5D6DAC74FD}"/>
                </a:ext>
              </a:extLst>
            </p:cNvPr>
            <p:cNvSpPr/>
            <p:nvPr/>
          </p:nvSpPr>
          <p:spPr>
            <a:xfrm>
              <a:off x="440753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4" name="矩形 82">
              <a:extLst>
                <a:ext uri="{FF2B5EF4-FFF2-40B4-BE49-F238E27FC236}">
                  <a16:creationId xmlns:a16="http://schemas.microsoft.com/office/drawing/2014/main" id="{48F30D2E-77D4-5ECB-92A9-06D6931B919D}"/>
                </a:ext>
              </a:extLst>
            </p:cNvPr>
            <p:cNvSpPr/>
            <p:nvPr/>
          </p:nvSpPr>
          <p:spPr>
            <a:xfrm>
              <a:off x="458724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5" name="矩形 83">
              <a:extLst>
                <a:ext uri="{FF2B5EF4-FFF2-40B4-BE49-F238E27FC236}">
                  <a16:creationId xmlns:a16="http://schemas.microsoft.com/office/drawing/2014/main" id="{52D0974E-BF38-9D21-192A-9F235FE783D1}"/>
                </a:ext>
              </a:extLst>
            </p:cNvPr>
            <p:cNvSpPr/>
            <p:nvPr/>
          </p:nvSpPr>
          <p:spPr>
            <a:xfrm>
              <a:off x="476758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6" name="矩形 84">
              <a:extLst>
                <a:ext uri="{FF2B5EF4-FFF2-40B4-BE49-F238E27FC236}">
                  <a16:creationId xmlns:a16="http://schemas.microsoft.com/office/drawing/2014/main" id="{5BD18404-5F8B-2159-4FF6-EFA3E5ED8D0F}"/>
                </a:ext>
              </a:extLst>
            </p:cNvPr>
            <p:cNvSpPr/>
            <p:nvPr/>
          </p:nvSpPr>
          <p:spPr>
            <a:xfrm>
              <a:off x="494792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7" name="矩形 85">
              <a:extLst>
                <a:ext uri="{FF2B5EF4-FFF2-40B4-BE49-F238E27FC236}">
                  <a16:creationId xmlns:a16="http://schemas.microsoft.com/office/drawing/2014/main" id="{E71AC041-DFF8-AC77-182D-0DA330F64EE3}"/>
                </a:ext>
              </a:extLst>
            </p:cNvPr>
            <p:cNvSpPr/>
            <p:nvPr/>
          </p:nvSpPr>
          <p:spPr>
            <a:xfrm>
              <a:off x="512826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8" name="矩形 86">
              <a:extLst>
                <a:ext uri="{FF2B5EF4-FFF2-40B4-BE49-F238E27FC236}">
                  <a16:creationId xmlns:a16="http://schemas.microsoft.com/office/drawing/2014/main" id="{49989890-635D-6DF7-C852-F33E1BBA3428}"/>
                </a:ext>
              </a:extLst>
            </p:cNvPr>
            <p:cNvSpPr/>
            <p:nvPr/>
          </p:nvSpPr>
          <p:spPr>
            <a:xfrm>
              <a:off x="530796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9" name="矩形 87">
              <a:extLst>
                <a:ext uri="{FF2B5EF4-FFF2-40B4-BE49-F238E27FC236}">
                  <a16:creationId xmlns:a16="http://schemas.microsoft.com/office/drawing/2014/main" id="{41623144-0CDC-3169-0E8A-4B4E2EC749B1}"/>
                </a:ext>
              </a:extLst>
            </p:cNvPr>
            <p:cNvSpPr/>
            <p:nvPr/>
          </p:nvSpPr>
          <p:spPr>
            <a:xfrm>
              <a:off x="548830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0" name="矩形 88">
              <a:extLst>
                <a:ext uri="{FF2B5EF4-FFF2-40B4-BE49-F238E27FC236}">
                  <a16:creationId xmlns:a16="http://schemas.microsoft.com/office/drawing/2014/main" id="{46A6DAEA-AFA6-EAB9-8663-628693F6EFFE}"/>
                </a:ext>
              </a:extLst>
            </p:cNvPr>
            <p:cNvSpPr/>
            <p:nvPr/>
          </p:nvSpPr>
          <p:spPr>
            <a:xfrm>
              <a:off x="494792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1" name="矩形 89">
              <a:extLst>
                <a:ext uri="{FF2B5EF4-FFF2-40B4-BE49-F238E27FC236}">
                  <a16:creationId xmlns:a16="http://schemas.microsoft.com/office/drawing/2014/main" id="{9A84A7E4-725D-2E39-2A23-790C7FC09EE6}"/>
                </a:ext>
              </a:extLst>
            </p:cNvPr>
            <p:cNvSpPr/>
            <p:nvPr/>
          </p:nvSpPr>
          <p:spPr>
            <a:xfrm>
              <a:off x="512826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2" name="矩形 90">
              <a:extLst>
                <a:ext uri="{FF2B5EF4-FFF2-40B4-BE49-F238E27FC236}">
                  <a16:creationId xmlns:a16="http://schemas.microsoft.com/office/drawing/2014/main" id="{3D48E28A-CBD5-3572-6F48-26A4E0582F66}"/>
                </a:ext>
              </a:extLst>
            </p:cNvPr>
            <p:cNvSpPr/>
            <p:nvPr/>
          </p:nvSpPr>
          <p:spPr>
            <a:xfrm>
              <a:off x="530796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矩形 91">
              <a:extLst>
                <a:ext uri="{FF2B5EF4-FFF2-40B4-BE49-F238E27FC236}">
                  <a16:creationId xmlns:a16="http://schemas.microsoft.com/office/drawing/2014/main" id="{E5ACDE0A-AE01-282A-7AE8-8FC69E68E781}"/>
                </a:ext>
              </a:extLst>
            </p:cNvPr>
            <p:cNvSpPr/>
            <p:nvPr/>
          </p:nvSpPr>
          <p:spPr>
            <a:xfrm>
              <a:off x="548830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4" name="矩形 92">
              <a:extLst>
                <a:ext uri="{FF2B5EF4-FFF2-40B4-BE49-F238E27FC236}">
                  <a16:creationId xmlns:a16="http://schemas.microsoft.com/office/drawing/2014/main" id="{F6C0BE65-1B67-F69F-4E4B-362C9735054E}"/>
                </a:ext>
              </a:extLst>
            </p:cNvPr>
            <p:cNvSpPr/>
            <p:nvPr/>
          </p:nvSpPr>
          <p:spPr>
            <a:xfrm>
              <a:off x="494792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5" name="矩形 93">
              <a:extLst>
                <a:ext uri="{FF2B5EF4-FFF2-40B4-BE49-F238E27FC236}">
                  <a16:creationId xmlns:a16="http://schemas.microsoft.com/office/drawing/2014/main" id="{D8B5ECD4-7DEE-623C-3EE3-F90A329EE4BF}"/>
                </a:ext>
              </a:extLst>
            </p:cNvPr>
            <p:cNvSpPr/>
            <p:nvPr/>
          </p:nvSpPr>
          <p:spPr>
            <a:xfrm>
              <a:off x="5128260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矩形 94">
              <a:extLst>
                <a:ext uri="{FF2B5EF4-FFF2-40B4-BE49-F238E27FC236}">
                  <a16:creationId xmlns:a16="http://schemas.microsoft.com/office/drawing/2014/main" id="{4D79C9EF-BA61-8718-05DC-F48CEAA97AA7}"/>
                </a:ext>
              </a:extLst>
            </p:cNvPr>
            <p:cNvSpPr/>
            <p:nvPr/>
          </p:nvSpPr>
          <p:spPr>
            <a:xfrm>
              <a:off x="530796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7" name="矩形 95">
              <a:extLst>
                <a:ext uri="{FF2B5EF4-FFF2-40B4-BE49-F238E27FC236}">
                  <a16:creationId xmlns:a16="http://schemas.microsoft.com/office/drawing/2014/main" id="{DC046CAB-9128-BD6B-EB58-C22A172A4C9A}"/>
                </a:ext>
              </a:extLst>
            </p:cNvPr>
            <p:cNvSpPr/>
            <p:nvPr/>
          </p:nvSpPr>
          <p:spPr>
            <a:xfrm>
              <a:off x="5488305" y="4305935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矩形 96">
              <a:extLst>
                <a:ext uri="{FF2B5EF4-FFF2-40B4-BE49-F238E27FC236}">
                  <a16:creationId xmlns:a16="http://schemas.microsoft.com/office/drawing/2014/main" id="{B09A700A-7260-7A54-9073-F8F5DF0A23FD}"/>
                </a:ext>
              </a:extLst>
            </p:cNvPr>
            <p:cNvSpPr/>
            <p:nvPr/>
          </p:nvSpPr>
          <p:spPr>
            <a:xfrm>
              <a:off x="494728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矩形 97">
              <a:extLst>
                <a:ext uri="{FF2B5EF4-FFF2-40B4-BE49-F238E27FC236}">
                  <a16:creationId xmlns:a16="http://schemas.microsoft.com/office/drawing/2014/main" id="{C74F9F36-2475-FBE9-D211-98C1A7CFC120}"/>
                </a:ext>
              </a:extLst>
            </p:cNvPr>
            <p:cNvSpPr/>
            <p:nvPr/>
          </p:nvSpPr>
          <p:spPr>
            <a:xfrm>
              <a:off x="5127625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98">
              <a:extLst>
                <a:ext uri="{FF2B5EF4-FFF2-40B4-BE49-F238E27FC236}">
                  <a16:creationId xmlns:a16="http://schemas.microsoft.com/office/drawing/2014/main" id="{675BC784-78EA-1C6A-D9EF-C888BC8C1821}"/>
                </a:ext>
              </a:extLst>
            </p:cNvPr>
            <p:cNvSpPr/>
            <p:nvPr/>
          </p:nvSpPr>
          <p:spPr>
            <a:xfrm>
              <a:off x="530733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1" name="矩形 99">
              <a:extLst>
                <a:ext uri="{FF2B5EF4-FFF2-40B4-BE49-F238E27FC236}">
                  <a16:creationId xmlns:a16="http://schemas.microsoft.com/office/drawing/2014/main" id="{B7CCADC0-8277-C545-C272-90C4D8A885B5}"/>
                </a:ext>
              </a:extLst>
            </p:cNvPr>
            <p:cNvSpPr/>
            <p:nvPr/>
          </p:nvSpPr>
          <p:spPr>
            <a:xfrm>
              <a:off x="5487670" y="412686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2" name="矩形 100">
              <a:extLst>
                <a:ext uri="{FF2B5EF4-FFF2-40B4-BE49-F238E27FC236}">
                  <a16:creationId xmlns:a16="http://schemas.microsoft.com/office/drawing/2014/main" id="{ADCCDC6A-8DB4-F634-34CC-60A04CAE1DEF}"/>
                </a:ext>
              </a:extLst>
            </p:cNvPr>
            <p:cNvSpPr/>
            <p:nvPr/>
          </p:nvSpPr>
          <p:spPr>
            <a:xfrm>
              <a:off x="422783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3" name="矩形 101">
              <a:extLst>
                <a:ext uri="{FF2B5EF4-FFF2-40B4-BE49-F238E27FC236}">
                  <a16:creationId xmlns:a16="http://schemas.microsoft.com/office/drawing/2014/main" id="{FA2CF537-2910-45F2-29AB-BA2A1A0682FC}"/>
                </a:ext>
              </a:extLst>
            </p:cNvPr>
            <p:cNvSpPr/>
            <p:nvPr/>
          </p:nvSpPr>
          <p:spPr>
            <a:xfrm>
              <a:off x="440817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矩形 102">
              <a:extLst>
                <a:ext uri="{FF2B5EF4-FFF2-40B4-BE49-F238E27FC236}">
                  <a16:creationId xmlns:a16="http://schemas.microsoft.com/office/drawing/2014/main" id="{18CF053C-4457-C184-C12C-6F15165DEF88}"/>
                </a:ext>
              </a:extLst>
            </p:cNvPr>
            <p:cNvSpPr/>
            <p:nvPr/>
          </p:nvSpPr>
          <p:spPr>
            <a:xfrm>
              <a:off x="458787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矩形 103">
              <a:extLst>
                <a:ext uri="{FF2B5EF4-FFF2-40B4-BE49-F238E27FC236}">
                  <a16:creationId xmlns:a16="http://schemas.microsoft.com/office/drawing/2014/main" id="{EFADB2C8-A120-FABE-28D5-EEF55CE5FC6F}"/>
                </a:ext>
              </a:extLst>
            </p:cNvPr>
            <p:cNvSpPr/>
            <p:nvPr/>
          </p:nvSpPr>
          <p:spPr>
            <a:xfrm>
              <a:off x="476821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矩形 104">
              <a:extLst>
                <a:ext uri="{FF2B5EF4-FFF2-40B4-BE49-F238E27FC236}">
                  <a16:creationId xmlns:a16="http://schemas.microsoft.com/office/drawing/2014/main" id="{F16D398B-5242-A92D-7E2E-97D5912414AA}"/>
                </a:ext>
              </a:extLst>
            </p:cNvPr>
            <p:cNvSpPr/>
            <p:nvPr/>
          </p:nvSpPr>
          <p:spPr>
            <a:xfrm>
              <a:off x="422783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05">
              <a:extLst>
                <a:ext uri="{FF2B5EF4-FFF2-40B4-BE49-F238E27FC236}">
                  <a16:creationId xmlns:a16="http://schemas.microsoft.com/office/drawing/2014/main" id="{27156B3F-8C76-057A-A052-92323BC55CFA}"/>
                </a:ext>
              </a:extLst>
            </p:cNvPr>
            <p:cNvSpPr/>
            <p:nvPr/>
          </p:nvSpPr>
          <p:spPr>
            <a:xfrm>
              <a:off x="440817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8" name="矩形 106">
              <a:extLst>
                <a:ext uri="{FF2B5EF4-FFF2-40B4-BE49-F238E27FC236}">
                  <a16:creationId xmlns:a16="http://schemas.microsoft.com/office/drawing/2014/main" id="{BE7FE949-DC05-8394-F7D0-297BA2E8C4AD}"/>
                </a:ext>
              </a:extLst>
            </p:cNvPr>
            <p:cNvSpPr/>
            <p:nvPr/>
          </p:nvSpPr>
          <p:spPr>
            <a:xfrm>
              <a:off x="458787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9" name="矩形 107">
              <a:extLst>
                <a:ext uri="{FF2B5EF4-FFF2-40B4-BE49-F238E27FC236}">
                  <a16:creationId xmlns:a16="http://schemas.microsoft.com/office/drawing/2014/main" id="{74C5256F-7B6D-2B48-2D79-FA1CF3CBEC03}"/>
                </a:ext>
              </a:extLst>
            </p:cNvPr>
            <p:cNvSpPr/>
            <p:nvPr/>
          </p:nvSpPr>
          <p:spPr>
            <a:xfrm>
              <a:off x="476821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0" name="矩形 108">
              <a:extLst>
                <a:ext uri="{FF2B5EF4-FFF2-40B4-BE49-F238E27FC236}">
                  <a16:creationId xmlns:a16="http://schemas.microsoft.com/office/drawing/2014/main" id="{D68CE471-D5E4-D3B3-42BD-5BB168D0E860}"/>
                </a:ext>
              </a:extLst>
            </p:cNvPr>
            <p:cNvSpPr/>
            <p:nvPr/>
          </p:nvSpPr>
          <p:spPr>
            <a:xfrm>
              <a:off x="422783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1" name="矩形 109">
              <a:extLst>
                <a:ext uri="{FF2B5EF4-FFF2-40B4-BE49-F238E27FC236}">
                  <a16:creationId xmlns:a16="http://schemas.microsoft.com/office/drawing/2014/main" id="{4B3C3F36-6D9E-14EF-9A91-ED1C10EA1773}"/>
                </a:ext>
              </a:extLst>
            </p:cNvPr>
            <p:cNvSpPr/>
            <p:nvPr/>
          </p:nvSpPr>
          <p:spPr>
            <a:xfrm>
              <a:off x="440817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2" name="矩形 110">
              <a:extLst>
                <a:ext uri="{FF2B5EF4-FFF2-40B4-BE49-F238E27FC236}">
                  <a16:creationId xmlns:a16="http://schemas.microsoft.com/office/drawing/2014/main" id="{5EF5A4EC-DCCC-1528-FC6B-367BD21D44F1}"/>
                </a:ext>
              </a:extLst>
            </p:cNvPr>
            <p:cNvSpPr/>
            <p:nvPr/>
          </p:nvSpPr>
          <p:spPr>
            <a:xfrm>
              <a:off x="458787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3" name="矩形 111">
              <a:extLst>
                <a:ext uri="{FF2B5EF4-FFF2-40B4-BE49-F238E27FC236}">
                  <a16:creationId xmlns:a16="http://schemas.microsoft.com/office/drawing/2014/main" id="{1BE16548-1929-FDB7-0824-FB6149E20885}"/>
                </a:ext>
              </a:extLst>
            </p:cNvPr>
            <p:cNvSpPr/>
            <p:nvPr/>
          </p:nvSpPr>
          <p:spPr>
            <a:xfrm>
              <a:off x="476821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12">
              <a:extLst>
                <a:ext uri="{FF2B5EF4-FFF2-40B4-BE49-F238E27FC236}">
                  <a16:creationId xmlns:a16="http://schemas.microsoft.com/office/drawing/2014/main" id="{8FE63666-19C5-6E87-0911-7B5F4D4C5A12}"/>
                </a:ext>
              </a:extLst>
            </p:cNvPr>
            <p:cNvSpPr/>
            <p:nvPr/>
          </p:nvSpPr>
          <p:spPr>
            <a:xfrm>
              <a:off x="422783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5" name="矩形 113">
              <a:extLst>
                <a:ext uri="{FF2B5EF4-FFF2-40B4-BE49-F238E27FC236}">
                  <a16:creationId xmlns:a16="http://schemas.microsoft.com/office/drawing/2014/main" id="{7DD0ECB7-0DF8-7484-1877-41F526351BBE}"/>
                </a:ext>
              </a:extLst>
            </p:cNvPr>
            <p:cNvSpPr/>
            <p:nvPr/>
          </p:nvSpPr>
          <p:spPr>
            <a:xfrm>
              <a:off x="440817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6" name="矩形 114">
              <a:extLst>
                <a:ext uri="{FF2B5EF4-FFF2-40B4-BE49-F238E27FC236}">
                  <a16:creationId xmlns:a16="http://schemas.microsoft.com/office/drawing/2014/main" id="{01046103-247F-92C1-8CDC-7C2FE2859A04}"/>
                </a:ext>
              </a:extLst>
            </p:cNvPr>
            <p:cNvSpPr/>
            <p:nvPr/>
          </p:nvSpPr>
          <p:spPr>
            <a:xfrm>
              <a:off x="458787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7" name="矩形 115">
              <a:extLst>
                <a:ext uri="{FF2B5EF4-FFF2-40B4-BE49-F238E27FC236}">
                  <a16:creationId xmlns:a16="http://schemas.microsoft.com/office/drawing/2014/main" id="{C232F953-A5D4-C6A3-F47F-3839040ADDF7}"/>
                </a:ext>
              </a:extLst>
            </p:cNvPr>
            <p:cNvSpPr/>
            <p:nvPr/>
          </p:nvSpPr>
          <p:spPr>
            <a:xfrm>
              <a:off x="476821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8" name="矩形 116">
              <a:extLst>
                <a:ext uri="{FF2B5EF4-FFF2-40B4-BE49-F238E27FC236}">
                  <a16:creationId xmlns:a16="http://schemas.microsoft.com/office/drawing/2014/main" id="{0390046C-63DE-AFBF-0E65-F1EA042489B8}"/>
                </a:ext>
              </a:extLst>
            </p:cNvPr>
            <p:cNvSpPr/>
            <p:nvPr/>
          </p:nvSpPr>
          <p:spPr>
            <a:xfrm>
              <a:off x="494792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9" name="矩形 117">
              <a:extLst>
                <a:ext uri="{FF2B5EF4-FFF2-40B4-BE49-F238E27FC236}">
                  <a16:creationId xmlns:a16="http://schemas.microsoft.com/office/drawing/2014/main" id="{2DDFED95-8271-6DF1-1C1E-C30247C5613F}"/>
                </a:ext>
              </a:extLst>
            </p:cNvPr>
            <p:cNvSpPr/>
            <p:nvPr/>
          </p:nvSpPr>
          <p:spPr>
            <a:xfrm>
              <a:off x="512826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0" name="矩形 118">
              <a:extLst>
                <a:ext uri="{FF2B5EF4-FFF2-40B4-BE49-F238E27FC236}">
                  <a16:creationId xmlns:a16="http://schemas.microsoft.com/office/drawing/2014/main" id="{6D0F4E63-0E37-CA79-77F4-2D8E02212CAF}"/>
                </a:ext>
              </a:extLst>
            </p:cNvPr>
            <p:cNvSpPr/>
            <p:nvPr/>
          </p:nvSpPr>
          <p:spPr>
            <a:xfrm>
              <a:off x="530796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1" name="矩形 119">
              <a:extLst>
                <a:ext uri="{FF2B5EF4-FFF2-40B4-BE49-F238E27FC236}">
                  <a16:creationId xmlns:a16="http://schemas.microsoft.com/office/drawing/2014/main" id="{CBCC09F5-F8CC-A929-7CB7-5C21A6B0963E}"/>
                </a:ext>
              </a:extLst>
            </p:cNvPr>
            <p:cNvSpPr/>
            <p:nvPr/>
          </p:nvSpPr>
          <p:spPr>
            <a:xfrm>
              <a:off x="548830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2" name="矩形 120">
              <a:extLst>
                <a:ext uri="{FF2B5EF4-FFF2-40B4-BE49-F238E27FC236}">
                  <a16:creationId xmlns:a16="http://schemas.microsoft.com/office/drawing/2014/main" id="{3154E5C4-E921-93F1-898A-613EFBE3EDEE}"/>
                </a:ext>
              </a:extLst>
            </p:cNvPr>
            <p:cNvSpPr/>
            <p:nvPr/>
          </p:nvSpPr>
          <p:spPr>
            <a:xfrm>
              <a:off x="494792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3" name="矩形 121">
              <a:extLst>
                <a:ext uri="{FF2B5EF4-FFF2-40B4-BE49-F238E27FC236}">
                  <a16:creationId xmlns:a16="http://schemas.microsoft.com/office/drawing/2014/main" id="{FADD41D6-5C73-5D44-F876-28213A478B9B}"/>
                </a:ext>
              </a:extLst>
            </p:cNvPr>
            <p:cNvSpPr/>
            <p:nvPr/>
          </p:nvSpPr>
          <p:spPr>
            <a:xfrm>
              <a:off x="512826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4" name="矩形 122">
              <a:extLst>
                <a:ext uri="{FF2B5EF4-FFF2-40B4-BE49-F238E27FC236}">
                  <a16:creationId xmlns:a16="http://schemas.microsoft.com/office/drawing/2014/main" id="{6923CEDF-4F8A-A908-BFBE-AB5D575521EA}"/>
                </a:ext>
              </a:extLst>
            </p:cNvPr>
            <p:cNvSpPr/>
            <p:nvPr/>
          </p:nvSpPr>
          <p:spPr>
            <a:xfrm>
              <a:off x="530796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5" name="矩形 123">
              <a:extLst>
                <a:ext uri="{FF2B5EF4-FFF2-40B4-BE49-F238E27FC236}">
                  <a16:creationId xmlns:a16="http://schemas.microsoft.com/office/drawing/2014/main" id="{4DB515C5-D115-73F7-2A4E-CD2B6AB008EF}"/>
                </a:ext>
              </a:extLst>
            </p:cNvPr>
            <p:cNvSpPr/>
            <p:nvPr/>
          </p:nvSpPr>
          <p:spPr>
            <a:xfrm>
              <a:off x="548830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6" name="矩形 124">
              <a:extLst>
                <a:ext uri="{FF2B5EF4-FFF2-40B4-BE49-F238E27FC236}">
                  <a16:creationId xmlns:a16="http://schemas.microsoft.com/office/drawing/2014/main" id="{6574BF72-A066-35C2-EBCD-29F8ACD919A6}"/>
                </a:ext>
              </a:extLst>
            </p:cNvPr>
            <p:cNvSpPr/>
            <p:nvPr/>
          </p:nvSpPr>
          <p:spPr>
            <a:xfrm>
              <a:off x="494792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7" name="矩形 125">
              <a:extLst>
                <a:ext uri="{FF2B5EF4-FFF2-40B4-BE49-F238E27FC236}">
                  <a16:creationId xmlns:a16="http://schemas.microsoft.com/office/drawing/2014/main" id="{DB80AE25-0C89-4C06-169B-A81904F56919}"/>
                </a:ext>
              </a:extLst>
            </p:cNvPr>
            <p:cNvSpPr/>
            <p:nvPr/>
          </p:nvSpPr>
          <p:spPr>
            <a:xfrm>
              <a:off x="512826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26">
              <a:extLst>
                <a:ext uri="{FF2B5EF4-FFF2-40B4-BE49-F238E27FC236}">
                  <a16:creationId xmlns:a16="http://schemas.microsoft.com/office/drawing/2014/main" id="{45D5D21A-AC31-5515-9ACF-EB8149FDB306}"/>
                </a:ext>
              </a:extLst>
            </p:cNvPr>
            <p:cNvSpPr/>
            <p:nvPr/>
          </p:nvSpPr>
          <p:spPr>
            <a:xfrm>
              <a:off x="530796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9" name="矩形 127">
              <a:extLst>
                <a:ext uri="{FF2B5EF4-FFF2-40B4-BE49-F238E27FC236}">
                  <a16:creationId xmlns:a16="http://schemas.microsoft.com/office/drawing/2014/main" id="{C2EA4E67-E82E-1878-CF68-3942D588B965}"/>
                </a:ext>
              </a:extLst>
            </p:cNvPr>
            <p:cNvSpPr/>
            <p:nvPr/>
          </p:nvSpPr>
          <p:spPr>
            <a:xfrm>
              <a:off x="548830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0" name="矩形 128">
              <a:extLst>
                <a:ext uri="{FF2B5EF4-FFF2-40B4-BE49-F238E27FC236}">
                  <a16:creationId xmlns:a16="http://schemas.microsoft.com/office/drawing/2014/main" id="{FADF542D-77E0-517B-0085-64B5C9AEEEEE}"/>
                </a:ext>
              </a:extLst>
            </p:cNvPr>
            <p:cNvSpPr/>
            <p:nvPr/>
          </p:nvSpPr>
          <p:spPr>
            <a:xfrm>
              <a:off x="494792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1" name="矩形 129">
              <a:extLst>
                <a:ext uri="{FF2B5EF4-FFF2-40B4-BE49-F238E27FC236}">
                  <a16:creationId xmlns:a16="http://schemas.microsoft.com/office/drawing/2014/main" id="{26F14D35-3941-EE82-33A0-338A171F9785}"/>
                </a:ext>
              </a:extLst>
            </p:cNvPr>
            <p:cNvSpPr/>
            <p:nvPr/>
          </p:nvSpPr>
          <p:spPr>
            <a:xfrm>
              <a:off x="512826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2" name="矩形 130">
              <a:extLst>
                <a:ext uri="{FF2B5EF4-FFF2-40B4-BE49-F238E27FC236}">
                  <a16:creationId xmlns:a16="http://schemas.microsoft.com/office/drawing/2014/main" id="{6E32CBA8-7088-1CA3-1C22-73F47380CF19}"/>
                </a:ext>
              </a:extLst>
            </p:cNvPr>
            <p:cNvSpPr/>
            <p:nvPr/>
          </p:nvSpPr>
          <p:spPr>
            <a:xfrm>
              <a:off x="530796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3" name="矩形 131">
              <a:extLst>
                <a:ext uri="{FF2B5EF4-FFF2-40B4-BE49-F238E27FC236}">
                  <a16:creationId xmlns:a16="http://schemas.microsoft.com/office/drawing/2014/main" id="{36B0D96A-33E6-2DA7-A718-F2FC5ED0CCDF}"/>
                </a:ext>
              </a:extLst>
            </p:cNvPr>
            <p:cNvSpPr/>
            <p:nvPr/>
          </p:nvSpPr>
          <p:spPr>
            <a:xfrm>
              <a:off x="548830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4" name="矩形 132">
              <a:extLst>
                <a:ext uri="{FF2B5EF4-FFF2-40B4-BE49-F238E27FC236}">
                  <a16:creationId xmlns:a16="http://schemas.microsoft.com/office/drawing/2014/main" id="{FDD9C1B6-AC8C-441D-1650-AFB1C4CFC7C1}"/>
                </a:ext>
              </a:extLst>
            </p:cNvPr>
            <p:cNvSpPr/>
            <p:nvPr/>
          </p:nvSpPr>
          <p:spPr>
            <a:xfrm>
              <a:off x="422783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45" name="组合 133">
              <a:extLst>
                <a:ext uri="{FF2B5EF4-FFF2-40B4-BE49-F238E27FC236}">
                  <a16:creationId xmlns:a16="http://schemas.microsoft.com/office/drawing/2014/main" id="{2CC51A8B-BE4C-FF36-6605-C57CBDDA1311}"/>
                </a:ext>
              </a:extLst>
            </p:cNvPr>
            <p:cNvGrpSpPr/>
            <p:nvPr/>
          </p:nvGrpSpPr>
          <p:grpSpPr>
            <a:xfrm>
              <a:off x="4074795" y="3613150"/>
              <a:ext cx="306070" cy="306070"/>
              <a:chOff x="2866123" y="762544"/>
              <a:chExt cx="306000" cy="306000"/>
            </a:xfrm>
          </p:grpSpPr>
          <p:sp>
            <p:nvSpPr>
              <p:cNvPr id="146" name="椭圆 134">
                <a:extLst>
                  <a:ext uri="{FF2B5EF4-FFF2-40B4-BE49-F238E27FC236}">
                    <a16:creationId xmlns:a16="http://schemas.microsoft.com/office/drawing/2014/main" id="{98609CCF-8E90-B98D-A148-93FFBF530AD6}"/>
                  </a:ext>
                </a:extLst>
              </p:cNvPr>
              <p:cNvSpPr/>
              <p:nvPr/>
            </p:nvSpPr>
            <p:spPr>
              <a:xfrm>
                <a:off x="2866123" y="762544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本框 135">
                    <a:extLst>
                      <a:ext uri="{FF2B5EF4-FFF2-40B4-BE49-F238E27FC236}">
                        <a16:creationId xmlns:a16="http://schemas.microsoft.com/office/drawing/2014/main" id="{31C15032-C4EA-0254-DFD3-B45464691F42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504" y="807822"/>
                    <a:ext cx="16523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148" name="矩形 136">
              <a:extLst>
                <a:ext uri="{FF2B5EF4-FFF2-40B4-BE49-F238E27FC236}">
                  <a16:creationId xmlns:a16="http://schemas.microsoft.com/office/drawing/2014/main" id="{AAD58844-B807-C86E-412F-7B7546121CCC}"/>
                </a:ext>
              </a:extLst>
            </p:cNvPr>
            <p:cNvSpPr/>
            <p:nvPr/>
          </p:nvSpPr>
          <p:spPr>
            <a:xfrm>
              <a:off x="602297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9" name="矩形 137">
              <a:extLst>
                <a:ext uri="{FF2B5EF4-FFF2-40B4-BE49-F238E27FC236}">
                  <a16:creationId xmlns:a16="http://schemas.microsoft.com/office/drawing/2014/main" id="{727565A2-5FF0-939D-182C-8A169B701DCB}"/>
                </a:ext>
              </a:extLst>
            </p:cNvPr>
            <p:cNvSpPr/>
            <p:nvPr/>
          </p:nvSpPr>
          <p:spPr>
            <a:xfrm>
              <a:off x="620331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0" name="矩形 138">
              <a:extLst>
                <a:ext uri="{FF2B5EF4-FFF2-40B4-BE49-F238E27FC236}">
                  <a16:creationId xmlns:a16="http://schemas.microsoft.com/office/drawing/2014/main" id="{AB38FB71-16CC-7D46-7A2B-DE9E9DE59C54}"/>
                </a:ext>
              </a:extLst>
            </p:cNvPr>
            <p:cNvSpPr/>
            <p:nvPr/>
          </p:nvSpPr>
          <p:spPr>
            <a:xfrm>
              <a:off x="638302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1" name="矩形 139">
              <a:extLst>
                <a:ext uri="{FF2B5EF4-FFF2-40B4-BE49-F238E27FC236}">
                  <a16:creationId xmlns:a16="http://schemas.microsoft.com/office/drawing/2014/main" id="{ECEEC838-1D95-1F5E-1E34-515711E0F59A}"/>
                </a:ext>
              </a:extLst>
            </p:cNvPr>
            <p:cNvSpPr/>
            <p:nvPr/>
          </p:nvSpPr>
          <p:spPr>
            <a:xfrm>
              <a:off x="656336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2" name="矩形 140">
              <a:extLst>
                <a:ext uri="{FF2B5EF4-FFF2-40B4-BE49-F238E27FC236}">
                  <a16:creationId xmlns:a16="http://schemas.microsoft.com/office/drawing/2014/main" id="{7EF038CE-158C-B457-336A-D7F7771C0811}"/>
                </a:ext>
              </a:extLst>
            </p:cNvPr>
            <p:cNvSpPr/>
            <p:nvPr/>
          </p:nvSpPr>
          <p:spPr>
            <a:xfrm>
              <a:off x="602297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3" name="矩形 141">
              <a:extLst>
                <a:ext uri="{FF2B5EF4-FFF2-40B4-BE49-F238E27FC236}">
                  <a16:creationId xmlns:a16="http://schemas.microsoft.com/office/drawing/2014/main" id="{C68DF476-3DA5-FADF-7BEB-156D5A193783}"/>
                </a:ext>
              </a:extLst>
            </p:cNvPr>
            <p:cNvSpPr/>
            <p:nvPr/>
          </p:nvSpPr>
          <p:spPr>
            <a:xfrm>
              <a:off x="620331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4" name="矩形 142">
              <a:extLst>
                <a:ext uri="{FF2B5EF4-FFF2-40B4-BE49-F238E27FC236}">
                  <a16:creationId xmlns:a16="http://schemas.microsoft.com/office/drawing/2014/main" id="{D160E49D-0EBC-6543-779B-19BB2477B5E8}"/>
                </a:ext>
              </a:extLst>
            </p:cNvPr>
            <p:cNvSpPr/>
            <p:nvPr/>
          </p:nvSpPr>
          <p:spPr>
            <a:xfrm>
              <a:off x="638302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5" name="矩形 143">
              <a:extLst>
                <a:ext uri="{FF2B5EF4-FFF2-40B4-BE49-F238E27FC236}">
                  <a16:creationId xmlns:a16="http://schemas.microsoft.com/office/drawing/2014/main" id="{2A92BA6F-E072-4E11-F2D0-F751E3C9D300}"/>
                </a:ext>
              </a:extLst>
            </p:cNvPr>
            <p:cNvSpPr/>
            <p:nvPr/>
          </p:nvSpPr>
          <p:spPr>
            <a:xfrm>
              <a:off x="656336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6" name="矩形 144">
              <a:extLst>
                <a:ext uri="{FF2B5EF4-FFF2-40B4-BE49-F238E27FC236}">
                  <a16:creationId xmlns:a16="http://schemas.microsoft.com/office/drawing/2014/main" id="{D41DF6D8-A262-33CE-B49B-89D4BC6907E7}"/>
                </a:ext>
              </a:extLst>
            </p:cNvPr>
            <p:cNvSpPr/>
            <p:nvPr/>
          </p:nvSpPr>
          <p:spPr>
            <a:xfrm>
              <a:off x="602297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7" name="矩形 145">
              <a:extLst>
                <a:ext uri="{FF2B5EF4-FFF2-40B4-BE49-F238E27FC236}">
                  <a16:creationId xmlns:a16="http://schemas.microsoft.com/office/drawing/2014/main" id="{DA974F5C-8ED4-1B2E-5274-BDC8903DD4C8}"/>
                </a:ext>
              </a:extLst>
            </p:cNvPr>
            <p:cNvSpPr/>
            <p:nvPr/>
          </p:nvSpPr>
          <p:spPr>
            <a:xfrm>
              <a:off x="620331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8" name="矩形 146">
              <a:extLst>
                <a:ext uri="{FF2B5EF4-FFF2-40B4-BE49-F238E27FC236}">
                  <a16:creationId xmlns:a16="http://schemas.microsoft.com/office/drawing/2014/main" id="{5C0630B1-75D1-78F4-BEE6-B8CB924B07C1}"/>
                </a:ext>
              </a:extLst>
            </p:cNvPr>
            <p:cNvSpPr/>
            <p:nvPr/>
          </p:nvSpPr>
          <p:spPr>
            <a:xfrm>
              <a:off x="638302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9" name="矩形 147">
              <a:extLst>
                <a:ext uri="{FF2B5EF4-FFF2-40B4-BE49-F238E27FC236}">
                  <a16:creationId xmlns:a16="http://schemas.microsoft.com/office/drawing/2014/main" id="{D8201C6F-2557-FD73-A8D7-2BEA3A4E4C83}"/>
                </a:ext>
              </a:extLst>
            </p:cNvPr>
            <p:cNvSpPr/>
            <p:nvPr/>
          </p:nvSpPr>
          <p:spPr>
            <a:xfrm>
              <a:off x="656336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0" name="矩形 148">
              <a:extLst>
                <a:ext uri="{FF2B5EF4-FFF2-40B4-BE49-F238E27FC236}">
                  <a16:creationId xmlns:a16="http://schemas.microsoft.com/office/drawing/2014/main" id="{32185C26-5605-CC48-7858-3DD7C4757484}"/>
                </a:ext>
              </a:extLst>
            </p:cNvPr>
            <p:cNvSpPr/>
            <p:nvPr/>
          </p:nvSpPr>
          <p:spPr>
            <a:xfrm>
              <a:off x="602297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1" name="矩形 149">
              <a:extLst>
                <a:ext uri="{FF2B5EF4-FFF2-40B4-BE49-F238E27FC236}">
                  <a16:creationId xmlns:a16="http://schemas.microsoft.com/office/drawing/2014/main" id="{FAFC2BB4-922F-1C77-6AC0-088D043F089D}"/>
                </a:ext>
              </a:extLst>
            </p:cNvPr>
            <p:cNvSpPr/>
            <p:nvPr/>
          </p:nvSpPr>
          <p:spPr>
            <a:xfrm>
              <a:off x="620331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2" name="矩形 150">
              <a:extLst>
                <a:ext uri="{FF2B5EF4-FFF2-40B4-BE49-F238E27FC236}">
                  <a16:creationId xmlns:a16="http://schemas.microsoft.com/office/drawing/2014/main" id="{FA832421-1CDA-580F-018B-F56939B18B35}"/>
                </a:ext>
              </a:extLst>
            </p:cNvPr>
            <p:cNvSpPr/>
            <p:nvPr/>
          </p:nvSpPr>
          <p:spPr>
            <a:xfrm>
              <a:off x="638302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3" name="矩形 151">
              <a:extLst>
                <a:ext uri="{FF2B5EF4-FFF2-40B4-BE49-F238E27FC236}">
                  <a16:creationId xmlns:a16="http://schemas.microsoft.com/office/drawing/2014/main" id="{A187E2E9-81BB-61F6-29EC-7B35672ACA8C}"/>
                </a:ext>
              </a:extLst>
            </p:cNvPr>
            <p:cNvSpPr/>
            <p:nvPr/>
          </p:nvSpPr>
          <p:spPr>
            <a:xfrm>
              <a:off x="656336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4" name="矩形 152">
              <a:extLst>
                <a:ext uri="{FF2B5EF4-FFF2-40B4-BE49-F238E27FC236}">
                  <a16:creationId xmlns:a16="http://schemas.microsoft.com/office/drawing/2014/main" id="{029DCF88-9323-E24D-DF59-39C3836FBF13}"/>
                </a:ext>
              </a:extLst>
            </p:cNvPr>
            <p:cNvSpPr/>
            <p:nvPr/>
          </p:nvSpPr>
          <p:spPr>
            <a:xfrm>
              <a:off x="6922770" y="196659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5" name="矩形 153">
              <a:extLst>
                <a:ext uri="{FF2B5EF4-FFF2-40B4-BE49-F238E27FC236}">
                  <a16:creationId xmlns:a16="http://schemas.microsoft.com/office/drawing/2014/main" id="{855A33ED-E0AB-53D5-3993-8D9B3FBF2BF5}"/>
                </a:ext>
              </a:extLst>
            </p:cNvPr>
            <p:cNvSpPr/>
            <p:nvPr/>
          </p:nvSpPr>
          <p:spPr>
            <a:xfrm>
              <a:off x="674370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6" name="矩形 154">
              <a:extLst>
                <a:ext uri="{FF2B5EF4-FFF2-40B4-BE49-F238E27FC236}">
                  <a16:creationId xmlns:a16="http://schemas.microsoft.com/office/drawing/2014/main" id="{DD81C6F6-4507-17F1-A449-4012C38B196F}"/>
                </a:ext>
              </a:extLst>
            </p:cNvPr>
            <p:cNvSpPr/>
            <p:nvPr/>
          </p:nvSpPr>
          <p:spPr>
            <a:xfrm>
              <a:off x="710311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7" name="矩形 155">
              <a:extLst>
                <a:ext uri="{FF2B5EF4-FFF2-40B4-BE49-F238E27FC236}">
                  <a16:creationId xmlns:a16="http://schemas.microsoft.com/office/drawing/2014/main" id="{E63F422D-36ED-8136-DA16-150D98B41D48}"/>
                </a:ext>
              </a:extLst>
            </p:cNvPr>
            <p:cNvSpPr/>
            <p:nvPr/>
          </p:nvSpPr>
          <p:spPr>
            <a:xfrm>
              <a:off x="728345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8" name="矩形 156">
              <a:extLst>
                <a:ext uri="{FF2B5EF4-FFF2-40B4-BE49-F238E27FC236}">
                  <a16:creationId xmlns:a16="http://schemas.microsoft.com/office/drawing/2014/main" id="{3A8B99CC-A668-E117-4B61-5D333C44614D}"/>
                </a:ext>
              </a:extLst>
            </p:cNvPr>
            <p:cNvSpPr/>
            <p:nvPr/>
          </p:nvSpPr>
          <p:spPr>
            <a:xfrm>
              <a:off x="6922770" y="214693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9" name="矩形 157">
              <a:extLst>
                <a:ext uri="{FF2B5EF4-FFF2-40B4-BE49-F238E27FC236}">
                  <a16:creationId xmlns:a16="http://schemas.microsoft.com/office/drawing/2014/main" id="{5530382C-8F69-9E69-FCF5-E22C2B847D9E}"/>
                </a:ext>
              </a:extLst>
            </p:cNvPr>
            <p:cNvSpPr/>
            <p:nvPr/>
          </p:nvSpPr>
          <p:spPr>
            <a:xfrm>
              <a:off x="674370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0" name="矩形 158">
              <a:extLst>
                <a:ext uri="{FF2B5EF4-FFF2-40B4-BE49-F238E27FC236}">
                  <a16:creationId xmlns:a16="http://schemas.microsoft.com/office/drawing/2014/main" id="{A5E6DF18-443C-2EB1-3916-A7A2B64CC787}"/>
                </a:ext>
              </a:extLst>
            </p:cNvPr>
            <p:cNvSpPr/>
            <p:nvPr/>
          </p:nvSpPr>
          <p:spPr>
            <a:xfrm>
              <a:off x="710311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1" name="矩形 159">
              <a:extLst>
                <a:ext uri="{FF2B5EF4-FFF2-40B4-BE49-F238E27FC236}">
                  <a16:creationId xmlns:a16="http://schemas.microsoft.com/office/drawing/2014/main" id="{0E170693-5D91-FA66-3278-2164544BCF3B}"/>
                </a:ext>
              </a:extLst>
            </p:cNvPr>
            <p:cNvSpPr/>
            <p:nvPr/>
          </p:nvSpPr>
          <p:spPr>
            <a:xfrm>
              <a:off x="728345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2" name="矩形 160">
              <a:extLst>
                <a:ext uri="{FF2B5EF4-FFF2-40B4-BE49-F238E27FC236}">
                  <a16:creationId xmlns:a16="http://schemas.microsoft.com/office/drawing/2014/main" id="{15F6B44D-9EC1-1612-62DA-B2D35BC0BA9F}"/>
                </a:ext>
              </a:extLst>
            </p:cNvPr>
            <p:cNvSpPr/>
            <p:nvPr/>
          </p:nvSpPr>
          <p:spPr>
            <a:xfrm>
              <a:off x="6922770" y="232664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3" name="矩形 161">
              <a:extLst>
                <a:ext uri="{FF2B5EF4-FFF2-40B4-BE49-F238E27FC236}">
                  <a16:creationId xmlns:a16="http://schemas.microsoft.com/office/drawing/2014/main" id="{DA98EAB9-3200-D527-982A-F42A5AC9B49B}"/>
                </a:ext>
              </a:extLst>
            </p:cNvPr>
            <p:cNvSpPr/>
            <p:nvPr/>
          </p:nvSpPr>
          <p:spPr>
            <a:xfrm>
              <a:off x="674370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4" name="矩形 162">
              <a:extLst>
                <a:ext uri="{FF2B5EF4-FFF2-40B4-BE49-F238E27FC236}">
                  <a16:creationId xmlns:a16="http://schemas.microsoft.com/office/drawing/2014/main" id="{189938E8-09D8-79DF-B9B0-EF509BED975E}"/>
                </a:ext>
              </a:extLst>
            </p:cNvPr>
            <p:cNvSpPr/>
            <p:nvPr/>
          </p:nvSpPr>
          <p:spPr>
            <a:xfrm>
              <a:off x="710311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5" name="矩形 163">
              <a:extLst>
                <a:ext uri="{FF2B5EF4-FFF2-40B4-BE49-F238E27FC236}">
                  <a16:creationId xmlns:a16="http://schemas.microsoft.com/office/drawing/2014/main" id="{8233214B-9C87-8581-C09E-AAC814B2CDB8}"/>
                </a:ext>
              </a:extLst>
            </p:cNvPr>
            <p:cNvSpPr/>
            <p:nvPr/>
          </p:nvSpPr>
          <p:spPr>
            <a:xfrm>
              <a:off x="728345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6" name="矩形 164">
              <a:extLst>
                <a:ext uri="{FF2B5EF4-FFF2-40B4-BE49-F238E27FC236}">
                  <a16:creationId xmlns:a16="http://schemas.microsoft.com/office/drawing/2014/main" id="{1530C8C5-496D-498B-AAEA-AA7A9987D2B7}"/>
                </a:ext>
              </a:extLst>
            </p:cNvPr>
            <p:cNvSpPr/>
            <p:nvPr/>
          </p:nvSpPr>
          <p:spPr>
            <a:xfrm>
              <a:off x="6922770" y="250698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7" name="矩形 165">
              <a:extLst>
                <a:ext uri="{FF2B5EF4-FFF2-40B4-BE49-F238E27FC236}">
                  <a16:creationId xmlns:a16="http://schemas.microsoft.com/office/drawing/2014/main" id="{5846F6D0-DA8D-61D0-4544-440A3701E24E}"/>
                </a:ext>
              </a:extLst>
            </p:cNvPr>
            <p:cNvSpPr/>
            <p:nvPr/>
          </p:nvSpPr>
          <p:spPr>
            <a:xfrm>
              <a:off x="674370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8" name="矩形 166">
              <a:extLst>
                <a:ext uri="{FF2B5EF4-FFF2-40B4-BE49-F238E27FC236}">
                  <a16:creationId xmlns:a16="http://schemas.microsoft.com/office/drawing/2014/main" id="{AD0787ED-90F0-4CC6-1722-BAA3EF02F4FA}"/>
                </a:ext>
              </a:extLst>
            </p:cNvPr>
            <p:cNvSpPr/>
            <p:nvPr/>
          </p:nvSpPr>
          <p:spPr>
            <a:xfrm>
              <a:off x="710311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矩形 167">
              <a:extLst>
                <a:ext uri="{FF2B5EF4-FFF2-40B4-BE49-F238E27FC236}">
                  <a16:creationId xmlns:a16="http://schemas.microsoft.com/office/drawing/2014/main" id="{7A27AADA-87BA-516F-C1F3-D21FDFBD5BCF}"/>
                </a:ext>
              </a:extLst>
            </p:cNvPr>
            <p:cNvSpPr/>
            <p:nvPr/>
          </p:nvSpPr>
          <p:spPr>
            <a:xfrm>
              <a:off x="728345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0" name="矩形 168">
              <a:extLst>
                <a:ext uri="{FF2B5EF4-FFF2-40B4-BE49-F238E27FC236}">
                  <a16:creationId xmlns:a16="http://schemas.microsoft.com/office/drawing/2014/main" id="{E18D9103-D93B-4B78-FAAC-1444D93A3977}"/>
                </a:ext>
              </a:extLst>
            </p:cNvPr>
            <p:cNvSpPr/>
            <p:nvPr/>
          </p:nvSpPr>
          <p:spPr>
            <a:xfrm>
              <a:off x="602297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1" name="矩形 169">
              <a:extLst>
                <a:ext uri="{FF2B5EF4-FFF2-40B4-BE49-F238E27FC236}">
                  <a16:creationId xmlns:a16="http://schemas.microsoft.com/office/drawing/2014/main" id="{AD5E2864-932E-0AF2-6E18-8284639278D4}"/>
                </a:ext>
              </a:extLst>
            </p:cNvPr>
            <p:cNvSpPr/>
            <p:nvPr/>
          </p:nvSpPr>
          <p:spPr>
            <a:xfrm>
              <a:off x="620331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2" name="矩形 170">
              <a:extLst>
                <a:ext uri="{FF2B5EF4-FFF2-40B4-BE49-F238E27FC236}">
                  <a16:creationId xmlns:a16="http://schemas.microsoft.com/office/drawing/2014/main" id="{C4CF7847-FC0E-D8EA-10F1-56A48CFCEEC8}"/>
                </a:ext>
              </a:extLst>
            </p:cNvPr>
            <p:cNvSpPr/>
            <p:nvPr/>
          </p:nvSpPr>
          <p:spPr>
            <a:xfrm>
              <a:off x="638302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3" name="矩形 171">
              <a:extLst>
                <a:ext uri="{FF2B5EF4-FFF2-40B4-BE49-F238E27FC236}">
                  <a16:creationId xmlns:a16="http://schemas.microsoft.com/office/drawing/2014/main" id="{2FE7C59C-DD62-FF8E-E2FC-EBF37864D63F}"/>
                </a:ext>
              </a:extLst>
            </p:cNvPr>
            <p:cNvSpPr/>
            <p:nvPr/>
          </p:nvSpPr>
          <p:spPr>
            <a:xfrm>
              <a:off x="656336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4" name="矩形 172">
              <a:extLst>
                <a:ext uri="{FF2B5EF4-FFF2-40B4-BE49-F238E27FC236}">
                  <a16:creationId xmlns:a16="http://schemas.microsoft.com/office/drawing/2014/main" id="{30F050CD-0CC4-1766-AAAA-CA9993D65615}"/>
                </a:ext>
              </a:extLst>
            </p:cNvPr>
            <p:cNvSpPr/>
            <p:nvPr/>
          </p:nvSpPr>
          <p:spPr>
            <a:xfrm>
              <a:off x="602297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5" name="矩形 173">
              <a:extLst>
                <a:ext uri="{FF2B5EF4-FFF2-40B4-BE49-F238E27FC236}">
                  <a16:creationId xmlns:a16="http://schemas.microsoft.com/office/drawing/2014/main" id="{D6B70749-660F-16C9-6536-393C018F7A8D}"/>
                </a:ext>
              </a:extLst>
            </p:cNvPr>
            <p:cNvSpPr/>
            <p:nvPr/>
          </p:nvSpPr>
          <p:spPr>
            <a:xfrm>
              <a:off x="620331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6" name="矩形 174">
              <a:extLst>
                <a:ext uri="{FF2B5EF4-FFF2-40B4-BE49-F238E27FC236}">
                  <a16:creationId xmlns:a16="http://schemas.microsoft.com/office/drawing/2014/main" id="{216049FB-12C0-A489-C3F4-795DC1E1215E}"/>
                </a:ext>
              </a:extLst>
            </p:cNvPr>
            <p:cNvSpPr/>
            <p:nvPr/>
          </p:nvSpPr>
          <p:spPr>
            <a:xfrm>
              <a:off x="638302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7" name="矩形 175">
              <a:extLst>
                <a:ext uri="{FF2B5EF4-FFF2-40B4-BE49-F238E27FC236}">
                  <a16:creationId xmlns:a16="http://schemas.microsoft.com/office/drawing/2014/main" id="{540F5A5F-A445-C5B5-8B9E-4B0F9E6FCBFA}"/>
                </a:ext>
              </a:extLst>
            </p:cNvPr>
            <p:cNvSpPr/>
            <p:nvPr/>
          </p:nvSpPr>
          <p:spPr>
            <a:xfrm>
              <a:off x="656336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8" name="矩形 176">
              <a:extLst>
                <a:ext uri="{FF2B5EF4-FFF2-40B4-BE49-F238E27FC236}">
                  <a16:creationId xmlns:a16="http://schemas.microsoft.com/office/drawing/2014/main" id="{AF45956F-964C-FAC7-B561-052DEDFBEB78}"/>
                </a:ext>
              </a:extLst>
            </p:cNvPr>
            <p:cNvSpPr/>
            <p:nvPr/>
          </p:nvSpPr>
          <p:spPr>
            <a:xfrm>
              <a:off x="602297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9" name="矩形 177">
              <a:extLst>
                <a:ext uri="{FF2B5EF4-FFF2-40B4-BE49-F238E27FC236}">
                  <a16:creationId xmlns:a16="http://schemas.microsoft.com/office/drawing/2014/main" id="{1D5B7636-783E-DEBC-D4F7-C55CF929D64B}"/>
                </a:ext>
              </a:extLst>
            </p:cNvPr>
            <p:cNvSpPr/>
            <p:nvPr/>
          </p:nvSpPr>
          <p:spPr>
            <a:xfrm>
              <a:off x="620331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0" name="矩形 178">
              <a:extLst>
                <a:ext uri="{FF2B5EF4-FFF2-40B4-BE49-F238E27FC236}">
                  <a16:creationId xmlns:a16="http://schemas.microsoft.com/office/drawing/2014/main" id="{0E3864A9-FDC6-52AB-1758-FEEFFD788C2D}"/>
                </a:ext>
              </a:extLst>
            </p:cNvPr>
            <p:cNvSpPr/>
            <p:nvPr/>
          </p:nvSpPr>
          <p:spPr>
            <a:xfrm>
              <a:off x="638302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1" name="矩形 179">
              <a:extLst>
                <a:ext uri="{FF2B5EF4-FFF2-40B4-BE49-F238E27FC236}">
                  <a16:creationId xmlns:a16="http://schemas.microsoft.com/office/drawing/2014/main" id="{9E240306-023A-03EB-D45A-F004A58098CB}"/>
                </a:ext>
              </a:extLst>
            </p:cNvPr>
            <p:cNvSpPr/>
            <p:nvPr/>
          </p:nvSpPr>
          <p:spPr>
            <a:xfrm>
              <a:off x="656336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2" name="矩形 180">
              <a:extLst>
                <a:ext uri="{FF2B5EF4-FFF2-40B4-BE49-F238E27FC236}">
                  <a16:creationId xmlns:a16="http://schemas.microsoft.com/office/drawing/2014/main" id="{0AA814FC-7EAB-9EC5-B235-BC83C0BCCC3C}"/>
                </a:ext>
              </a:extLst>
            </p:cNvPr>
            <p:cNvSpPr/>
            <p:nvPr/>
          </p:nvSpPr>
          <p:spPr>
            <a:xfrm>
              <a:off x="602297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3" name="矩形 181">
              <a:extLst>
                <a:ext uri="{FF2B5EF4-FFF2-40B4-BE49-F238E27FC236}">
                  <a16:creationId xmlns:a16="http://schemas.microsoft.com/office/drawing/2014/main" id="{B89091F1-3392-DED8-AEDD-C41BBB0D8356}"/>
                </a:ext>
              </a:extLst>
            </p:cNvPr>
            <p:cNvSpPr/>
            <p:nvPr/>
          </p:nvSpPr>
          <p:spPr>
            <a:xfrm>
              <a:off x="620331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矩形 182">
              <a:extLst>
                <a:ext uri="{FF2B5EF4-FFF2-40B4-BE49-F238E27FC236}">
                  <a16:creationId xmlns:a16="http://schemas.microsoft.com/office/drawing/2014/main" id="{B7A4ECC1-7E6D-A79D-F7EA-C12D8312A1EE}"/>
                </a:ext>
              </a:extLst>
            </p:cNvPr>
            <p:cNvSpPr/>
            <p:nvPr/>
          </p:nvSpPr>
          <p:spPr>
            <a:xfrm>
              <a:off x="638302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5" name="矩形 183">
              <a:extLst>
                <a:ext uri="{FF2B5EF4-FFF2-40B4-BE49-F238E27FC236}">
                  <a16:creationId xmlns:a16="http://schemas.microsoft.com/office/drawing/2014/main" id="{002B40B3-F9D1-93D6-1C50-76217C014CC1}"/>
                </a:ext>
              </a:extLst>
            </p:cNvPr>
            <p:cNvSpPr/>
            <p:nvPr/>
          </p:nvSpPr>
          <p:spPr>
            <a:xfrm>
              <a:off x="656336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6" name="矩形 184">
              <a:extLst>
                <a:ext uri="{FF2B5EF4-FFF2-40B4-BE49-F238E27FC236}">
                  <a16:creationId xmlns:a16="http://schemas.microsoft.com/office/drawing/2014/main" id="{E39873F5-6872-E4BD-FF68-002CDE4A64D4}"/>
                </a:ext>
              </a:extLst>
            </p:cNvPr>
            <p:cNvSpPr/>
            <p:nvPr/>
          </p:nvSpPr>
          <p:spPr>
            <a:xfrm>
              <a:off x="6922770" y="268668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7" name="矩形 185">
              <a:extLst>
                <a:ext uri="{FF2B5EF4-FFF2-40B4-BE49-F238E27FC236}">
                  <a16:creationId xmlns:a16="http://schemas.microsoft.com/office/drawing/2014/main" id="{E54DF30E-55D9-2C88-6D3F-E57EFD58FE69}"/>
                </a:ext>
              </a:extLst>
            </p:cNvPr>
            <p:cNvSpPr/>
            <p:nvPr/>
          </p:nvSpPr>
          <p:spPr>
            <a:xfrm>
              <a:off x="674370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8" name="矩形 186">
              <a:extLst>
                <a:ext uri="{FF2B5EF4-FFF2-40B4-BE49-F238E27FC236}">
                  <a16:creationId xmlns:a16="http://schemas.microsoft.com/office/drawing/2014/main" id="{BFD3C027-0F7C-E024-D12F-ACC271A444A1}"/>
                </a:ext>
              </a:extLst>
            </p:cNvPr>
            <p:cNvSpPr/>
            <p:nvPr/>
          </p:nvSpPr>
          <p:spPr>
            <a:xfrm>
              <a:off x="710311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9" name="矩形 187">
              <a:extLst>
                <a:ext uri="{FF2B5EF4-FFF2-40B4-BE49-F238E27FC236}">
                  <a16:creationId xmlns:a16="http://schemas.microsoft.com/office/drawing/2014/main" id="{9FA972A8-7354-E2C5-A500-570D2CC45778}"/>
                </a:ext>
              </a:extLst>
            </p:cNvPr>
            <p:cNvSpPr/>
            <p:nvPr/>
          </p:nvSpPr>
          <p:spPr>
            <a:xfrm>
              <a:off x="728345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0" name="矩形 188">
              <a:extLst>
                <a:ext uri="{FF2B5EF4-FFF2-40B4-BE49-F238E27FC236}">
                  <a16:creationId xmlns:a16="http://schemas.microsoft.com/office/drawing/2014/main" id="{71FA210E-76EB-FCBE-9601-A99AA7896D11}"/>
                </a:ext>
              </a:extLst>
            </p:cNvPr>
            <p:cNvSpPr/>
            <p:nvPr/>
          </p:nvSpPr>
          <p:spPr>
            <a:xfrm>
              <a:off x="6922770" y="286702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1" name="矩形 189">
              <a:extLst>
                <a:ext uri="{FF2B5EF4-FFF2-40B4-BE49-F238E27FC236}">
                  <a16:creationId xmlns:a16="http://schemas.microsoft.com/office/drawing/2014/main" id="{357F8B42-62F6-AD38-81D5-4BA3831C8EAD}"/>
                </a:ext>
              </a:extLst>
            </p:cNvPr>
            <p:cNvSpPr/>
            <p:nvPr/>
          </p:nvSpPr>
          <p:spPr>
            <a:xfrm>
              <a:off x="674370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2" name="矩形 190">
              <a:extLst>
                <a:ext uri="{FF2B5EF4-FFF2-40B4-BE49-F238E27FC236}">
                  <a16:creationId xmlns:a16="http://schemas.microsoft.com/office/drawing/2014/main" id="{7F9CDA87-D000-1070-7867-3C04151433FB}"/>
                </a:ext>
              </a:extLst>
            </p:cNvPr>
            <p:cNvSpPr/>
            <p:nvPr/>
          </p:nvSpPr>
          <p:spPr>
            <a:xfrm>
              <a:off x="710311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3" name="矩形 191">
              <a:extLst>
                <a:ext uri="{FF2B5EF4-FFF2-40B4-BE49-F238E27FC236}">
                  <a16:creationId xmlns:a16="http://schemas.microsoft.com/office/drawing/2014/main" id="{4E38744D-45DD-5BF0-D63D-515B4FA261A0}"/>
                </a:ext>
              </a:extLst>
            </p:cNvPr>
            <p:cNvSpPr/>
            <p:nvPr/>
          </p:nvSpPr>
          <p:spPr>
            <a:xfrm>
              <a:off x="728345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4" name="矩形 192">
              <a:extLst>
                <a:ext uri="{FF2B5EF4-FFF2-40B4-BE49-F238E27FC236}">
                  <a16:creationId xmlns:a16="http://schemas.microsoft.com/office/drawing/2014/main" id="{153FA223-3F12-197A-7D91-85EC0EC2E46B}"/>
                </a:ext>
              </a:extLst>
            </p:cNvPr>
            <p:cNvSpPr/>
            <p:nvPr/>
          </p:nvSpPr>
          <p:spPr>
            <a:xfrm>
              <a:off x="6922770" y="304673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5" name="矩形 193">
              <a:extLst>
                <a:ext uri="{FF2B5EF4-FFF2-40B4-BE49-F238E27FC236}">
                  <a16:creationId xmlns:a16="http://schemas.microsoft.com/office/drawing/2014/main" id="{69547A3C-CA5C-3A91-A4CF-C7E5E293F2E9}"/>
                </a:ext>
              </a:extLst>
            </p:cNvPr>
            <p:cNvSpPr/>
            <p:nvPr/>
          </p:nvSpPr>
          <p:spPr>
            <a:xfrm>
              <a:off x="674370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6" name="矩形 194">
              <a:extLst>
                <a:ext uri="{FF2B5EF4-FFF2-40B4-BE49-F238E27FC236}">
                  <a16:creationId xmlns:a16="http://schemas.microsoft.com/office/drawing/2014/main" id="{990B5BA9-8C4C-77D6-DA12-A4FAB58A55D0}"/>
                </a:ext>
              </a:extLst>
            </p:cNvPr>
            <p:cNvSpPr/>
            <p:nvPr/>
          </p:nvSpPr>
          <p:spPr>
            <a:xfrm>
              <a:off x="710311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7" name="矩形 195">
              <a:extLst>
                <a:ext uri="{FF2B5EF4-FFF2-40B4-BE49-F238E27FC236}">
                  <a16:creationId xmlns:a16="http://schemas.microsoft.com/office/drawing/2014/main" id="{2FD11468-6946-6BDE-A614-288D3CFF78EB}"/>
                </a:ext>
              </a:extLst>
            </p:cNvPr>
            <p:cNvSpPr/>
            <p:nvPr/>
          </p:nvSpPr>
          <p:spPr>
            <a:xfrm>
              <a:off x="728345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矩形 196">
              <a:extLst>
                <a:ext uri="{FF2B5EF4-FFF2-40B4-BE49-F238E27FC236}">
                  <a16:creationId xmlns:a16="http://schemas.microsoft.com/office/drawing/2014/main" id="{0D68687C-021A-9CC7-AE31-162A0C0294EC}"/>
                </a:ext>
              </a:extLst>
            </p:cNvPr>
            <p:cNvSpPr/>
            <p:nvPr/>
          </p:nvSpPr>
          <p:spPr>
            <a:xfrm>
              <a:off x="6922770" y="322707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矩形 197">
              <a:extLst>
                <a:ext uri="{FF2B5EF4-FFF2-40B4-BE49-F238E27FC236}">
                  <a16:creationId xmlns:a16="http://schemas.microsoft.com/office/drawing/2014/main" id="{50E8056B-E81D-1568-E863-3E28010DF000}"/>
                </a:ext>
              </a:extLst>
            </p:cNvPr>
            <p:cNvSpPr/>
            <p:nvPr/>
          </p:nvSpPr>
          <p:spPr>
            <a:xfrm>
              <a:off x="674370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0" name="矩形 198">
              <a:extLst>
                <a:ext uri="{FF2B5EF4-FFF2-40B4-BE49-F238E27FC236}">
                  <a16:creationId xmlns:a16="http://schemas.microsoft.com/office/drawing/2014/main" id="{939FD297-A68A-F862-816E-F742BD335FA6}"/>
                </a:ext>
              </a:extLst>
            </p:cNvPr>
            <p:cNvSpPr/>
            <p:nvPr/>
          </p:nvSpPr>
          <p:spPr>
            <a:xfrm>
              <a:off x="710311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1" name="矩形 199">
              <a:extLst>
                <a:ext uri="{FF2B5EF4-FFF2-40B4-BE49-F238E27FC236}">
                  <a16:creationId xmlns:a16="http://schemas.microsoft.com/office/drawing/2014/main" id="{7E76CDB6-D9FC-DC00-B219-4479959A698C}"/>
                </a:ext>
              </a:extLst>
            </p:cNvPr>
            <p:cNvSpPr/>
            <p:nvPr/>
          </p:nvSpPr>
          <p:spPr>
            <a:xfrm>
              <a:off x="728345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2" name="矩形 200">
              <a:extLst>
                <a:ext uri="{FF2B5EF4-FFF2-40B4-BE49-F238E27FC236}">
                  <a16:creationId xmlns:a16="http://schemas.microsoft.com/office/drawing/2014/main" id="{4B550F93-642C-5E93-7666-A458F9E4C149}"/>
                </a:ext>
              </a:extLst>
            </p:cNvPr>
            <p:cNvSpPr/>
            <p:nvPr/>
          </p:nvSpPr>
          <p:spPr>
            <a:xfrm>
              <a:off x="6031865" y="196659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13" name="组合 201">
              <a:extLst>
                <a:ext uri="{FF2B5EF4-FFF2-40B4-BE49-F238E27FC236}">
                  <a16:creationId xmlns:a16="http://schemas.microsoft.com/office/drawing/2014/main" id="{12DD37A1-55CF-8336-613D-B8F720E87A3E}"/>
                </a:ext>
              </a:extLst>
            </p:cNvPr>
            <p:cNvGrpSpPr/>
            <p:nvPr/>
          </p:nvGrpSpPr>
          <p:grpSpPr>
            <a:xfrm>
              <a:off x="5874385" y="1813560"/>
              <a:ext cx="306070" cy="306070"/>
              <a:chOff x="1716741" y="1106108"/>
              <a:chExt cx="306000" cy="306000"/>
            </a:xfrm>
          </p:grpSpPr>
          <p:sp>
            <p:nvSpPr>
              <p:cNvPr id="214" name="椭圆 202">
                <a:extLst>
                  <a:ext uri="{FF2B5EF4-FFF2-40B4-BE49-F238E27FC236}">
                    <a16:creationId xmlns:a16="http://schemas.microsoft.com/office/drawing/2014/main" id="{459917DC-BE1A-AB72-612E-405FB1BDFD0F}"/>
                  </a:ext>
                </a:extLst>
              </p:cNvPr>
              <p:cNvSpPr/>
              <p:nvPr/>
            </p:nvSpPr>
            <p:spPr>
              <a:xfrm>
                <a:off x="1716741" y="1106108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文本框 203">
                    <a:extLst>
                      <a:ext uri="{FF2B5EF4-FFF2-40B4-BE49-F238E27FC236}">
                        <a16:creationId xmlns:a16="http://schemas.microsoft.com/office/drawing/2014/main" id="{6A50837E-F111-444F-3887-24E5751B01B9}"/>
                      </a:ext>
                    </a:extLst>
                  </p:cNvPr>
                  <p:cNvSpPr txBox="1"/>
                  <p:nvPr/>
                </p:nvSpPr>
                <p:spPr>
                  <a:xfrm>
                    <a:off x="1783179" y="1151386"/>
                    <a:ext cx="17312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216" name="矩形 204">
              <a:extLst>
                <a:ext uri="{FF2B5EF4-FFF2-40B4-BE49-F238E27FC236}">
                  <a16:creationId xmlns:a16="http://schemas.microsoft.com/office/drawing/2014/main" id="{C848463E-F070-09FD-9F9F-83F9D2E07B28}"/>
                </a:ext>
              </a:extLst>
            </p:cNvPr>
            <p:cNvSpPr/>
            <p:nvPr/>
          </p:nvSpPr>
          <p:spPr>
            <a:xfrm>
              <a:off x="6929120" y="4305935"/>
              <a:ext cx="180340" cy="18034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7" name="矩形 205">
              <a:extLst>
                <a:ext uri="{FF2B5EF4-FFF2-40B4-BE49-F238E27FC236}">
                  <a16:creationId xmlns:a16="http://schemas.microsoft.com/office/drawing/2014/main" id="{670F3F27-37D7-BEDC-22CA-4B579BC49EEA}"/>
                </a:ext>
              </a:extLst>
            </p:cNvPr>
            <p:cNvSpPr/>
            <p:nvPr/>
          </p:nvSpPr>
          <p:spPr>
            <a:xfrm>
              <a:off x="6929120" y="412686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矩阵乘法的九齿实现（排布）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2页"/>
          <p:cNvGrpSpPr/>
          <p:nvPr/>
        </p:nvGrpSpPr>
        <p:grpSpPr>
          <a:xfrm>
            <a:off x="3400368" y="2133600"/>
            <a:ext cx="5391265" cy="4076700"/>
            <a:chOff x="2860178" y="982176"/>
            <a:chExt cx="6471643" cy="4893647"/>
          </a:xfrm>
        </p:grpSpPr>
        <p:sp>
          <p:nvSpPr>
            <p:cNvPr id="14" name="文本框 5">
              <a:extLst>
                <a:ext uri="{FF2B5EF4-FFF2-40B4-BE49-F238E27FC236}">
                  <a16:creationId xmlns:a16="http://schemas.microsoft.com/office/drawing/2014/main" id="{30FE3189-4292-76D6-FA3E-69D57C422890}"/>
                </a:ext>
              </a:extLst>
            </p:cNvPr>
            <p:cNvSpPr txBox="1"/>
            <p:nvPr/>
          </p:nvSpPr>
          <p:spPr>
            <a:xfrm>
              <a:off x="2860178" y="982176"/>
              <a:ext cx="6471643" cy="4893647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76175" rIns="76175" tIns="38087" bIns="38087">
              <a:noAutofit/>
            </a:bodyPr>
            <a:lstStyle>
              <a:defPPr>
                <a:defRPr lang="zh-CN"/>
              </a:defPPr>
              <a:lvl1pPr marL="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87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75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62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50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.expand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.expand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矩阵乘法的九齿实现（应用与整合）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3页"/>
          <p:cNvGrpSpPr/>
          <p:nvPr/>
        </p:nvGrpSpPr>
        <p:grpSpPr>
          <a:xfrm>
            <a:off x="3058726" y="2844664"/>
            <a:ext cx="6074547" cy="2654573"/>
            <a:chOff x="3454892" y="2274838"/>
            <a:chExt cx="5282215" cy="2308324"/>
          </a:xfrm>
        </p:grpSpPr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4465ABDE-EC45-DDDE-6834-2BB0824550C5}"/>
                </a:ext>
              </a:extLst>
            </p:cNvPr>
            <p:cNvSpPr txBox="1"/>
            <p:nvPr/>
          </p:nvSpPr>
          <p:spPr>
            <a:xfrm>
              <a:off x="3454892" y="2274838"/>
              <a:ext cx="5282215" cy="2308324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105156" rIns="105156" tIns="52578" bIns="52578">
              <a:noAutofit/>
            </a:bodyPr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380"/>
              </a:pPr>
              <a:r>
                <a:rPr lang="en-US" altLang="zh-CN" sz="138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380"/>
              </a:pP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accumulator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138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.zeros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38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38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38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138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380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380"/>
              </a:pPr>
              <a:b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38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38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38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38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380"/>
              </a:pP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accumulator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+=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.dot(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380"/>
              </a:pPr>
              <a:b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accumulator</a:t>
              </a:r>
              <a:endParaRPr lang="en-US" altLang="zh-CN" sz="138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380"/>
              </a:pPr>
              <a:b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1380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38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1380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38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1380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38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380"/>
              </a:pPr>
              <a:b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380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38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sz="138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make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38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38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38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38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4页"/>
          <p:cNvGrpSpPr/>
          <p:nvPr/>
        </p:nvGrpSpPr>
        <p:grpSpPr>
          <a:xfrm>
            <a:off x="4608089" y="2133600"/>
            <a:ext cx="2975822" cy="4076700"/>
            <a:chOff x="4248907" y="898593"/>
            <a:chExt cx="3694184" cy="506081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533F717C-66FE-56B4-1695-F69481DB7C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8908" y="898593"/>
              <a:ext cx="3694183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10215C45-7091-CE1E-B8B7-4BC57F056F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8908" y="2681019"/>
              <a:ext cx="3694183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ABF5C9BC-1BA2-1B7D-1240-07D5CED2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8907" y="4463446"/>
              <a:ext cx="3694183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5页"/>
          <p:cNvGrpSpPr/>
          <p:nvPr/>
        </p:nvGrpSpPr>
        <p:grpSpPr>
          <a:xfrm>
            <a:off x="2920282" y="2203309"/>
            <a:ext cx="6351436" cy="3937283"/>
            <a:chOff x="3334505" y="1717138"/>
            <a:chExt cx="5522988" cy="3423724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C00C4038-6FAE-F9EA-9269-217E51089E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505" y="1717138"/>
              <a:ext cx="5522987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A9068BEA-AB47-9C7E-4FFC-292FA53825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506" y="3644901"/>
              <a:ext cx="5522987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6页"/>
          <p:cNvGrpSpPr/>
          <p:nvPr/>
        </p:nvGrpSpPr>
        <p:grpSpPr>
          <a:xfrm>
            <a:off x="2433338" y="2133600"/>
            <a:ext cx="7325324" cy="4076700"/>
            <a:chOff x="2785864" y="1586839"/>
            <a:chExt cx="6620269" cy="368432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9D68D9A6-AFDC-6D84-2488-AE4A22E01C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864" y="1586839"/>
              <a:ext cx="6620269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0DD9DD56-F93B-CB3D-790E-774166CE0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506" y="3775200"/>
              <a:ext cx="5522987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7页"/>
          <p:cNvGrpSpPr/>
          <p:nvPr/>
        </p:nvGrpSpPr>
        <p:grpSpPr>
          <a:xfrm>
            <a:off x="2289345" y="2264971"/>
            <a:ext cx="7613309" cy="3813959"/>
            <a:chOff x="2785865" y="1770757"/>
            <a:chExt cx="6620269" cy="3316486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03A7032-01BA-4070-0BD3-7EF1D839F1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865" y="1770757"/>
              <a:ext cx="6620269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E11851E1-8E33-5EE2-056B-C3B4527676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865" y="3591282"/>
              <a:ext cx="6620269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8页"/>
          <p:cNvGrpSpPr/>
          <p:nvPr/>
        </p:nvGrpSpPr>
        <p:grpSpPr>
          <a:xfrm>
            <a:off x="3473323" y="2133600"/>
            <a:ext cx="5245355" cy="4076700"/>
            <a:chOff x="2785863" y="856357"/>
            <a:chExt cx="6620269" cy="5145286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257B5ACF-77DA-091F-7853-4AB529D18E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863" y="856357"/>
              <a:ext cx="6620269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C4DE087D-F461-D487-1583-534221CDB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863" y="2681019"/>
              <a:ext cx="6620269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62C68F8B-AA98-DEBC-1846-F2AAB3E5E2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8905" y="4505682"/>
              <a:ext cx="3694183" cy="1495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矩阵乘法的排布可视化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9页"/>
          <p:cNvGrpSpPr/>
          <p:nvPr/>
        </p:nvGrpSpPr>
        <p:grpSpPr>
          <a:xfrm>
            <a:off x="4362758" y="2133600"/>
            <a:ext cx="3466484" cy="4076700"/>
            <a:chOff x="3936000" y="821473"/>
            <a:chExt cx="4320000" cy="5080463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1427B26C-CA26-0481-4AF3-2E399FBD95AA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936000" y="821473"/>
              <a:ext cx="4320000" cy="1776000"/>
            </a:xfrm>
            <a:prstGeom prst="rect">
              <a:avLst/>
            </a:prstGeom>
          </p:spPr>
        </p:pic>
        <p:pic>
          <p:nvPicPr>
            <p:cNvPr id="15" name="图片 6">
              <a:extLst>
                <a:ext uri="{FF2B5EF4-FFF2-40B4-BE49-F238E27FC236}">
                  <a16:creationId xmlns:a16="http://schemas.microsoft.com/office/drawing/2014/main" id="{1C650CFD-5475-C90D-AEE7-AB68AD8C8026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3"/>
            <a:stretch>
              <a:fillRect/>
            </a:stretch>
          </p:blipFill>
          <p:spPr>
            <a:xfrm>
              <a:off x="3936000" y="2597473"/>
              <a:ext cx="4320000" cy="1663053"/>
            </a:xfrm>
            <a:prstGeom prst="rect">
              <a:avLst/>
            </a:prstGeom>
          </p:spPr>
        </p:pic>
        <p:pic>
          <p:nvPicPr>
            <p:cNvPr id="16" name="图片 8">
              <a:extLst>
                <a:ext uri="{FF2B5EF4-FFF2-40B4-BE49-F238E27FC236}">
                  <a16:creationId xmlns:a16="http://schemas.microsoft.com/office/drawing/2014/main" id="{92477639-3BFB-5DB3-4099-64842E528AC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4"/>
            <a:stretch>
              <a:fillRect/>
            </a:stretch>
          </p:blipFill>
          <p:spPr>
            <a:xfrm>
              <a:off x="3936000" y="4260526"/>
              <a:ext cx="4320000" cy="16414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矩阵乘法的九齿实现（排布）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30页"/>
          <p:cNvGrpSpPr/>
          <p:nvPr/>
        </p:nvGrpSpPr>
        <p:grpSpPr>
          <a:xfrm>
            <a:off x="1145999" y="2133600"/>
            <a:ext cx="9900003" cy="4076700"/>
            <a:chOff x="154047" y="982175"/>
            <a:chExt cx="11883906" cy="4893647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FB353442-53AE-A3B9-85A0-126D85C81CBF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54047" y="2128654"/>
              <a:ext cx="5244721" cy="2600688"/>
            </a:xfrm>
            <a:prstGeom prst="rect">
              <a:avLst/>
            </a:prstGeom>
          </p:spPr>
        </p:pic>
        <p:sp>
          <p:nvSpPr>
            <p:cNvPr id="15" name="文本框 5">
              <a:extLst>
                <a:ext uri="{FF2B5EF4-FFF2-40B4-BE49-F238E27FC236}">
                  <a16:creationId xmlns:a16="http://schemas.microsoft.com/office/drawing/2014/main" id="{90D15110-ADD1-1529-F64B-2517A7B2C2FF}"/>
                </a:ext>
              </a:extLst>
            </p:cNvPr>
            <p:cNvSpPr txBox="1"/>
            <p:nvPr/>
          </p:nvSpPr>
          <p:spPr>
            <a:xfrm>
              <a:off x="5566310" y="982175"/>
              <a:ext cx="6471643" cy="4893647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76175" rIns="76175" tIns="38087" bIns="38087">
              <a:noAutofit/>
            </a:bodyPr>
            <a:lstStyle>
              <a:defPPr>
                <a:defRPr lang="zh-CN"/>
              </a:defPPr>
              <a:lvl1pPr marL="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87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75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62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50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.expand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BLOCK_SIZE_K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.expand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0"/>
              </a:pP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000"/>
              </a:pPr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6" name="矩形 3">
              <a:extLst>
                <a:ext uri="{FF2B5EF4-FFF2-40B4-BE49-F238E27FC236}">
                  <a16:creationId xmlns:a16="http://schemas.microsoft.com/office/drawing/2014/main" id="{C4758086-C039-634E-7875-CC780D19DC39}"/>
                </a:ext>
              </a:extLst>
            </p:cNvPr>
            <p:cNvSpPr/>
            <p:nvPr/>
          </p:nvSpPr>
          <p:spPr>
            <a:xfrm>
              <a:off x="317482" y="2657898"/>
              <a:ext cx="4845921" cy="6688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76175" rIns="76175" tIns="38087" bIns="38087"/>
            <a:lstStyle>
              <a:defPPr>
                <a:defRPr lang="zh-CN"/>
              </a:defPPr>
              <a:lvl1pPr marL="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87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75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62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50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7">
              <a:extLst>
                <a:ext uri="{FF2B5EF4-FFF2-40B4-BE49-F238E27FC236}">
                  <a16:creationId xmlns:a16="http://schemas.microsoft.com/office/drawing/2014/main" id="{C96CBA57-9875-CFE3-BBEC-635005C1D22F}"/>
                </a:ext>
              </a:extLst>
            </p:cNvPr>
            <p:cNvSpPr/>
            <p:nvPr/>
          </p:nvSpPr>
          <p:spPr>
            <a:xfrm>
              <a:off x="5924494" y="3143155"/>
              <a:ext cx="6002721" cy="188657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76175" rIns="76175" tIns="38087" bIns="38087"/>
            <a:lstStyle>
              <a:defPPr>
                <a:defRPr lang="zh-CN"/>
              </a:defPPr>
              <a:lvl1pPr marL="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87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75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62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50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8">
              <a:extLst>
                <a:ext uri="{FF2B5EF4-FFF2-40B4-BE49-F238E27FC236}">
                  <a16:creationId xmlns:a16="http://schemas.microsoft.com/office/drawing/2014/main" id="{5960567F-8E0B-7696-8DF9-614E233986A3}"/>
                </a:ext>
              </a:extLst>
            </p:cNvPr>
            <p:cNvSpPr/>
            <p:nvPr/>
          </p:nvSpPr>
          <p:spPr>
            <a:xfrm>
              <a:off x="596932" y="3794643"/>
              <a:ext cx="1786877" cy="2223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76175" rIns="76175" tIns="38087" bIns="38087"/>
            <a:lstStyle>
              <a:defPPr>
                <a:defRPr lang="zh-CN"/>
              </a:defPPr>
              <a:lvl1pPr marL="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87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75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625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500" algn="l" defTabSz="76175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矩阵乘法的九齿实现（应用与整合）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31页"/>
          <p:cNvGrpSpPr/>
          <p:nvPr/>
        </p:nvGrpSpPr>
        <p:grpSpPr>
          <a:xfrm>
            <a:off x="609600" y="2852390"/>
            <a:ext cx="10972800" cy="2639121"/>
            <a:chOff x="708244" y="2128654"/>
            <a:chExt cx="10813007" cy="2600688"/>
          </a:xfrm>
        </p:grpSpPr>
        <p:pic>
          <p:nvPicPr>
            <p:cNvPr id="14" name="图片 6">
              <a:extLst>
                <a:ext uri="{FF2B5EF4-FFF2-40B4-BE49-F238E27FC236}">
                  <a16:creationId xmlns:a16="http://schemas.microsoft.com/office/drawing/2014/main" id="{43751909-1D0E-239F-28DF-CC13611009CD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708244" y="2128654"/>
              <a:ext cx="5244721" cy="2600688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4565B9AC-5827-E534-9735-20B4E037F1D5}"/>
                </a:ext>
              </a:extLst>
            </p:cNvPr>
            <p:cNvSpPr txBox="1"/>
            <p:nvPr/>
          </p:nvSpPr>
          <p:spPr>
            <a:xfrm>
              <a:off x="6239036" y="2274836"/>
              <a:ext cx="5282215" cy="2308324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92791" rIns="92791" tIns="46396" bIns="46396">
              <a:noAutofit/>
            </a:bodyPr>
            <a:lstStyle>
              <a:defPPr>
                <a:defRPr lang="zh-CN"/>
              </a:defPPr>
              <a:lvl1pPr marL="0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3956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27913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91869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55826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18"/>
              </a:pPr>
              <a:r>
                <a:rPr lang="en-US" altLang="zh-CN" sz="1218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18"/>
              </a:pP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accumulator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1218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.zeros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18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218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18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1218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18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18"/>
              </a:pPr>
              <a:b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18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18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218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218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18"/>
              </a:pP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accumulator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+=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.dot(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18"/>
              </a:pPr>
              <a:b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accumulator</a:t>
              </a:r>
              <a:endParaRPr lang="en-US" altLang="zh-CN" sz="1218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18"/>
              </a:pPr>
              <a:b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1218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18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1218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18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1218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18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18"/>
              </a:pPr>
              <a:b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18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218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sz="1218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make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18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18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18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218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7F57468B-66D5-3E8A-F29C-B89D5132668E}"/>
                </a:ext>
              </a:extLst>
            </p:cNvPr>
            <p:cNvSpPr/>
            <p:nvPr/>
          </p:nvSpPr>
          <p:spPr>
            <a:xfrm>
              <a:off x="1144149" y="3649636"/>
              <a:ext cx="2449761" cy="7176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2791" rIns="92791" tIns="46396" bIns="46396"/>
            <a:lstStyle>
              <a:defPPr>
                <a:defRPr lang="zh-CN"/>
              </a:defPPr>
              <a:lvl1pPr marL="0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3956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27913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91869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55826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5">
              <a:extLst>
                <a:ext uri="{FF2B5EF4-FFF2-40B4-BE49-F238E27FC236}">
                  <a16:creationId xmlns:a16="http://schemas.microsoft.com/office/drawing/2014/main" id="{CDDB42C1-15C7-EDEE-9F4D-A181ED89FC8A}"/>
                </a:ext>
              </a:extLst>
            </p:cNvPr>
            <p:cNvSpPr/>
            <p:nvPr/>
          </p:nvSpPr>
          <p:spPr>
            <a:xfrm>
              <a:off x="6612221" y="2480983"/>
              <a:ext cx="4796395" cy="7321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2791" rIns="92791" tIns="46396" bIns="46396"/>
            <a:lstStyle>
              <a:defPPr>
                <a:defRPr lang="zh-CN"/>
              </a:defPPr>
              <a:lvl1pPr marL="0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3956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27913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91869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55826" algn="l" defTabSz="927913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性能与调优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如何衡量计算内核的性能？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三重：天通 第3页"/>
          <p:cNvGrpSpPr/>
          <p:nvPr/>
        </p:nvGrpSpPr>
        <p:grpSpPr>
          <a:xfrm>
            <a:off x="2857149" y="2133600"/>
            <a:ext cx="6477701" cy="4076700"/>
            <a:chOff x="2395537" y="1100137"/>
            <a:chExt cx="7400925" cy="4657725"/>
          </a:xfrm>
        </p:grpSpPr>
        <p:pic>
          <p:nvPicPr>
            <p:cNvPr id="14" name="图片 37">
              <a:extLst>
                <a:ext uri="{FF2B5EF4-FFF2-40B4-BE49-F238E27FC236}">
                  <a16:creationId xmlns:a16="http://schemas.microsoft.com/office/drawing/2014/main" id="{D2629D6E-ACE0-9915-EF80-2B284C85EB53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5537" y="1100137"/>
              <a:ext cx="7400925" cy="46577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性能与调优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如何衡量计算内核的性能？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三重：天通 第4页"/>
          <p:cNvGrpSpPr/>
          <p:nvPr/>
        </p:nvGrpSpPr>
        <p:grpSpPr>
          <a:xfrm>
            <a:off x="1550409" y="2133600"/>
            <a:ext cx="9091181" cy="4076700"/>
            <a:chOff x="8257" y="1066470"/>
            <a:chExt cx="12175484" cy="5459774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277B325A-6D85-926D-F7E7-F9A58675DCB6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986870" y="1066470"/>
              <a:ext cx="4218259" cy="4725060"/>
            </a:xfrm>
            <a:prstGeom prst="rect">
              <a:avLst/>
            </a:prstGeom>
          </p:spPr>
        </p:pic>
        <p:sp>
          <p:nvSpPr>
            <p:cNvPr id="15" name="文本框 13">
              <a:extLst>
                <a:ext uri="{FF2B5EF4-FFF2-40B4-BE49-F238E27FC236}">
                  <a16:creationId xmlns:a16="http://schemas.microsoft.com/office/drawing/2014/main" id="{5FAAAC64-3227-C3E3-6B7E-98EFEA7995BB}"/>
                </a:ext>
              </a:extLst>
            </p:cNvPr>
            <p:cNvSpPr txBox="1"/>
            <p:nvPr/>
          </p:nvSpPr>
          <p:spPr>
            <a:xfrm>
              <a:off x="8257" y="6310800"/>
              <a:ext cx="12175484" cy="215444"/>
            </a:xfrm>
            <a:prstGeom prst="rect">
              <a:avLst/>
            </a:prstGeom>
            <a:noFill/>
          </p:spPr>
          <p:txBody>
            <a:bodyPr wrap="square" rtlCol="0" lIns="68276" rIns="68276" tIns="34138" bIns="34138">
              <a:spAutoFit/>
            </a:bodyPr>
            <a:lstStyle>
              <a:defPPr>
                <a:defRPr lang="en-US"/>
              </a:defPPr>
              <a:lvl1pPr marL="0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382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764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145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527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97"/>
                <a:t>注：代码源自 </a:t>
              </a:r>
              <a:r>
                <a:rPr lang="en-US" altLang="zh-CN" sz="597"/>
                <a:t>Triton </a:t>
              </a:r>
              <a:r>
                <a:rPr lang="zh-CN" altLang="en-US" sz="597"/>
                <a:t>官方教程（</a:t>
              </a:r>
              <a:r>
                <a:rPr lang="en-US" altLang="zh-CN" sz="597">
                  <a:hlinkClick r:id="src_rId3"/>
                </a:rPr>
                <a:t>https://triton-lang.org/main/getting-started/tutorials/03-matrix-multiplication.html</a:t>
              </a:r>
              <a:r>
                <a:rPr lang="zh-CN" altLang="en-US" sz="597"/>
                <a:t>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性能与调优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如何衡量计算内核的性能？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三重：天通 第5页"/>
          <p:cNvGrpSpPr/>
          <p:nvPr/>
        </p:nvGrpSpPr>
        <p:grpSpPr>
          <a:xfrm>
            <a:off x="1550409" y="2133600"/>
            <a:ext cx="9091181" cy="4076700"/>
            <a:chOff x="8257" y="1066470"/>
            <a:chExt cx="12175484" cy="5459774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50810145-5552-1780-D939-4A2EA81DDC86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986870" y="1066470"/>
              <a:ext cx="4218259" cy="4725060"/>
            </a:xfrm>
            <a:prstGeom prst="rect">
              <a:avLst/>
            </a:prstGeom>
          </p:spPr>
        </p:pic>
        <p:sp>
          <p:nvSpPr>
            <p:cNvPr id="15" name="文本框 13">
              <a:extLst>
                <a:ext uri="{FF2B5EF4-FFF2-40B4-BE49-F238E27FC236}">
                  <a16:creationId xmlns:a16="http://schemas.microsoft.com/office/drawing/2014/main" id="{5D126752-0C07-898A-743D-CEEA2A20FD04}"/>
                </a:ext>
              </a:extLst>
            </p:cNvPr>
            <p:cNvSpPr txBox="1"/>
            <p:nvPr/>
          </p:nvSpPr>
          <p:spPr>
            <a:xfrm>
              <a:off x="8257" y="6310800"/>
              <a:ext cx="12175484" cy="215444"/>
            </a:xfrm>
            <a:prstGeom prst="rect">
              <a:avLst/>
            </a:prstGeom>
            <a:noFill/>
          </p:spPr>
          <p:txBody>
            <a:bodyPr wrap="square" rtlCol="0" lIns="68276" rIns="68276" tIns="34138" bIns="34138">
              <a:spAutoFit/>
            </a:bodyPr>
            <a:lstStyle>
              <a:defPPr>
                <a:defRPr lang="en-US"/>
              </a:defPPr>
              <a:lvl1pPr marL="0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382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764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145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527" algn="l" defTabSz="341382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97"/>
                <a:t>注：代码源自 </a:t>
              </a:r>
              <a:r>
                <a:rPr lang="en-US" altLang="zh-CN" sz="597"/>
                <a:t>Triton </a:t>
              </a:r>
              <a:r>
                <a:rPr lang="zh-CN" altLang="en-US" sz="597"/>
                <a:t>官方教程（</a:t>
              </a:r>
              <a:r>
                <a:rPr lang="en-US" altLang="zh-CN" sz="597">
                  <a:hlinkClick r:id="src_rId3"/>
                </a:rPr>
                <a:t>https://triton-lang.org/main/getting-started/tutorials/03-matrix-multiplication.html</a:t>
              </a:r>
              <a:r>
                <a:rPr lang="zh-CN" altLang="en-US" sz="597"/>
                <a:t>）</a:t>
              </a:r>
            </a:p>
          </p:txBody>
        </p:sp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B76C7528-CE18-E3EF-F6E2-28328C5A7A6A}"/>
                </a:ext>
              </a:extLst>
            </p:cNvPr>
            <p:cNvSpPr/>
            <p:nvPr/>
          </p:nvSpPr>
          <p:spPr>
            <a:xfrm>
              <a:off x="4243388" y="4895850"/>
              <a:ext cx="3009901" cy="33337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lIns="68276" rIns="68276" tIns="34138" bIns="34138"/>
            <a:lstStyle>
              <a:defPPr>
                <a:defRPr lang="zh-CN"/>
              </a:defPPr>
              <a:lvl1pPr marL="0" algn="l" defTabSz="682764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382" algn="l" defTabSz="682764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764" algn="l" defTabSz="682764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145" algn="l" defTabSz="682764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527" algn="l" defTabSz="682764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性能与调优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如何衡量计算内核的性能？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三重：天通 第6页"/>
          <p:cNvGrpSpPr/>
          <p:nvPr/>
        </p:nvGrpSpPr>
        <p:grpSpPr>
          <a:xfrm>
            <a:off x="609600" y="2579723"/>
            <a:ext cx="10972800" cy="3184454"/>
            <a:chOff x="8257" y="2992755"/>
            <a:chExt cx="12175484" cy="353348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B3B3AE-F740-94D8-300D-FC38A6A69A4D}"/>
                </a:ext>
              </a:extLst>
            </p:cNvPr>
            <p:cNvSpPr txBox="1"/>
            <p:nvPr/>
          </p:nvSpPr>
          <p:spPr>
            <a:xfrm>
              <a:off x="8257" y="6310800"/>
              <a:ext cx="12175484" cy="215444"/>
            </a:xfrm>
            <a:prstGeom prst="rect">
              <a:avLst/>
            </a:prstGeom>
            <a:noFill/>
          </p:spPr>
          <p:txBody>
            <a:bodyPr wrap="square" rtlCol="0" lIns="82408" rIns="82408" tIns="41204" bIns="41204">
              <a:spAutoFit/>
            </a:bodyPr>
            <a:lstStyle>
              <a:defPPr>
                <a:defRPr lang="en-US"/>
              </a:defPPr>
              <a:lvl1pPr marL="0" algn="l" defTabSz="412038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2038" algn="l" defTabSz="412038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4076" algn="l" defTabSz="412038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36115" algn="l" defTabSz="412038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8153" algn="l" defTabSz="412038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62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721" dirty="0"/>
                <a:t>注：代码源自 </a:t>
              </a:r>
              <a:r>
                <a:rPr lang="en-US" altLang="zh-CN" sz="721" dirty="0"/>
                <a:t>Triton </a:t>
              </a:r>
              <a:r>
                <a:rPr lang="zh-CN" altLang="en-US" sz="721" dirty="0"/>
                <a:t>官方教程（</a:t>
              </a:r>
              <a:r>
                <a:rPr lang="en-US" altLang="zh-CN" sz="721" dirty="0">
                  <a:hlinkClick r:id="src_rId2"/>
                </a:rPr>
                <a:t>https://triton-lang.org/main/getting-started/tutorials/03-matrix-multiplication.html</a:t>
              </a:r>
              <a:r>
                <a:rPr lang="zh-CN" altLang="en-US" sz="721" dirty="0"/>
                <a:t>）</a:t>
              </a:r>
            </a:p>
          </p:txBody>
        </p:sp>
        <p:pic>
          <p:nvPicPr>
            <p:cNvPr id="15" name="图片 5">
              <a:extLst>
                <a:ext uri="{FF2B5EF4-FFF2-40B4-BE49-F238E27FC236}">
                  <a16:creationId xmlns:a16="http://schemas.microsoft.com/office/drawing/2014/main" id="{E4E2B73D-EBEC-3CFA-E7A3-C552FCB3E9D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3"/>
            <a:srcRect l="6094" t="80946" r="22329" b="11667"/>
            <a:stretch>
              <a:fillRect/>
            </a:stretch>
          </p:blipFill>
          <p:spPr>
            <a:xfrm>
              <a:off x="2322195" y="2992755"/>
              <a:ext cx="7547156" cy="8724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GEMM 性能与调优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如何衡量计算内核的性能？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三重：天通 第7页"/>
          <p:cNvGrpSpPr/>
          <p:nvPr/>
        </p:nvGrpSpPr>
        <p:grpSpPr>
          <a:xfrm>
            <a:off x="4142581" y="2220722"/>
            <a:ext cx="3906837" cy="3902456"/>
            <a:chOff x="4074795" y="1813560"/>
            <a:chExt cx="3397250" cy="3393440"/>
          </a:xfrm>
        </p:grpSpPr>
        <p:sp>
          <p:nvSpPr>
            <p:cNvPr id="14" name="矩形 1">
              <a:extLst>
                <a:ext uri="{FF2B5EF4-FFF2-40B4-BE49-F238E27FC236}">
                  <a16:creationId xmlns:a16="http://schemas.microsoft.com/office/drawing/2014/main" id="{BBC3EC35-C052-4817-4ED1-FFF2A9E55DD4}"/>
                </a:ext>
              </a:extLst>
            </p:cNvPr>
            <p:cNvSpPr/>
            <p:nvPr/>
          </p:nvSpPr>
          <p:spPr>
            <a:xfrm>
              <a:off x="602869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矩形 4">
              <a:extLst>
                <a:ext uri="{FF2B5EF4-FFF2-40B4-BE49-F238E27FC236}">
                  <a16:creationId xmlns:a16="http://schemas.microsoft.com/office/drawing/2014/main" id="{E8304D77-FEE9-4D47-E6B7-156D3D7E13C3}"/>
                </a:ext>
              </a:extLst>
            </p:cNvPr>
            <p:cNvSpPr/>
            <p:nvPr/>
          </p:nvSpPr>
          <p:spPr>
            <a:xfrm>
              <a:off x="620903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矩形 6">
              <a:extLst>
                <a:ext uri="{FF2B5EF4-FFF2-40B4-BE49-F238E27FC236}">
                  <a16:creationId xmlns:a16="http://schemas.microsoft.com/office/drawing/2014/main" id="{D4C41E97-BA9F-78B9-50CF-811C9EB9281B}"/>
                </a:ext>
              </a:extLst>
            </p:cNvPr>
            <p:cNvSpPr/>
            <p:nvPr/>
          </p:nvSpPr>
          <p:spPr>
            <a:xfrm>
              <a:off x="638873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7">
              <a:extLst>
                <a:ext uri="{FF2B5EF4-FFF2-40B4-BE49-F238E27FC236}">
                  <a16:creationId xmlns:a16="http://schemas.microsoft.com/office/drawing/2014/main" id="{6396947F-515D-029C-C402-F28943E6EE9A}"/>
                </a:ext>
              </a:extLst>
            </p:cNvPr>
            <p:cNvSpPr/>
            <p:nvPr/>
          </p:nvSpPr>
          <p:spPr>
            <a:xfrm>
              <a:off x="656907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8">
              <a:extLst>
                <a:ext uri="{FF2B5EF4-FFF2-40B4-BE49-F238E27FC236}">
                  <a16:creationId xmlns:a16="http://schemas.microsoft.com/office/drawing/2014/main" id="{E4102369-01E3-5246-0EC7-078A02BB9128}"/>
                </a:ext>
              </a:extLst>
            </p:cNvPr>
            <p:cNvSpPr/>
            <p:nvPr/>
          </p:nvSpPr>
          <p:spPr>
            <a:xfrm>
              <a:off x="602869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9">
              <a:extLst>
                <a:ext uri="{FF2B5EF4-FFF2-40B4-BE49-F238E27FC236}">
                  <a16:creationId xmlns:a16="http://schemas.microsoft.com/office/drawing/2014/main" id="{4B25A868-2A54-1B85-3950-90C961845F46}"/>
                </a:ext>
              </a:extLst>
            </p:cNvPr>
            <p:cNvSpPr/>
            <p:nvPr/>
          </p:nvSpPr>
          <p:spPr>
            <a:xfrm>
              <a:off x="620903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矩形 10">
              <a:extLst>
                <a:ext uri="{FF2B5EF4-FFF2-40B4-BE49-F238E27FC236}">
                  <a16:creationId xmlns:a16="http://schemas.microsoft.com/office/drawing/2014/main" id="{7467A110-F612-A767-FD4B-99EB27503166}"/>
                </a:ext>
              </a:extLst>
            </p:cNvPr>
            <p:cNvSpPr/>
            <p:nvPr/>
          </p:nvSpPr>
          <p:spPr>
            <a:xfrm>
              <a:off x="638873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矩形 11">
              <a:extLst>
                <a:ext uri="{FF2B5EF4-FFF2-40B4-BE49-F238E27FC236}">
                  <a16:creationId xmlns:a16="http://schemas.microsoft.com/office/drawing/2014/main" id="{0AB1CD38-961F-0D30-9FA4-89B4D03EFED3}"/>
                </a:ext>
              </a:extLst>
            </p:cNvPr>
            <p:cNvSpPr/>
            <p:nvPr/>
          </p:nvSpPr>
          <p:spPr>
            <a:xfrm>
              <a:off x="656907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矩形 12">
              <a:extLst>
                <a:ext uri="{FF2B5EF4-FFF2-40B4-BE49-F238E27FC236}">
                  <a16:creationId xmlns:a16="http://schemas.microsoft.com/office/drawing/2014/main" id="{9A99D21B-C5AB-F4EC-AF30-B87342459C46}"/>
                </a:ext>
              </a:extLst>
            </p:cNvPr>
            <p:cNvSpPr/>
            <p:nvPr/>
          </p:nvSpPr>
          <p:spPr>
            <a:xfrm>
              <a:off x="602869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" name="矩形 13">
              <a:extLst>
                <a:ext uri="{FF2B5EF4-FFF2-40B4-BE49-F238E27FC236}">
                  <a16:creationId xmlns:a16="http://schemas.microsoft.com/office/drawing/2014/main" id="{EB12332D-9AF3-8794-928B-A72E67090659}"/>
                </a:ext>
              </a:extLst>
            </p:cNvPr>
            <p:cNvSpPr/>
            <p:nvPr/>
          </p:nvSpPr>
          <p:spPr>
            <a:xfrm>
              <a:off x="6209030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" name="矩形 14">
              <a:extLst>
                <a:ext uri="{FF2B5EF4-FFF2-40B4-BE49-F238E27FC236}">
                  <a16:creationId xmlns:a16="http://schemas.microsoft.com/office/drawing/2014/main" id="{AB6BBB2F-AC03-B80A-45E2-E594BC4028A9}"/>
                </a:ext>
              </a:extLst>
            </p:cNvPr>
            <p:cNvSpPr/>
            <p:nvPr/>
          </p:nvSpPr>
          <p:spPr>
            <a:xfrm>
              <a:off x="638873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" name="矩形 15">
              <a:extLst>
                <a:ext uri="{FF2B5EF4-FFF2-40B4-BE49-F238E27FC236}">
                  <a16:creationId xmlns:a16="http://schemas.microsoft.com/office/drawing/2014/main" id="{532F4EC1-3311-E1D6-7A67-E09F77632120}"/>
                </a:ext>
              </a:extLst>
            </p:cNvPr>
            <p:cNvSpPr/>
            <p:nvPr/>
          </p:nvSpPr>
          <p:spPr>
            <a:xfrm>
              <a:off x="656907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" name="矩形 16">
              <a:extLst>
                <a:ext uri="{FF2B5EF4-FFF2-40B4-BE49-F238E27FC236}">
                  <a16:creationId xmlns:a16="http://schemas.microsoft.com/office/drawing/2014/main" id="{35F8F228-22FB-6577-5CF2-51820449AAC8}"/>
                </a:ext>
              </a:extLst>
            </p:cNvPr>
            <p:cNvSpPr/>
            <p:nvPr/>
          </p:nvSpPr>
          <p:spPr>
            <a:xfrm>
              <a:off x="602869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17">
              <a:extLst>
                <a:ext uri="{FF2B5EF4-FFF2-40B4-BE49-F238E27FC236}">
                  <a16:creationId xmlns:a16="http://schemas.microsoft.com/office/drawing/2014/main" id="{33A8CD66-D3BF-D427-AB50-52248132D083}"/>
                </a:ext>
              </a:extLst>
            </p:cNvPr>
            <p:cNvSpPr/>
            <p:nvPr/>
          </p:nvSpPr>
          <p:spPr>
            <a:xfrm>
              <a:off x="620903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18">
              <a:extLst>
                <a:ext uri="{FF2B5EF4-FFF2-40B4-BE49-F238E27FC236}">
                  <a16:creationId xmlns:a16="http://schemas.microsoft.com/office/drawing/2014/main" id="{C7302C9B-8C8A-D52B-C6F3-91EFCB84FE5A}"/>
                </a:ext>
              </a:extLst>
            </p:cNvPr>
            <p:cNvSpPr/>
            <p:nvPr/>
          </p:nvSpPr>
          <p:spPr>
            <a:xfrm>
              <a:off x="638873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矩形 19">
              <a:extLst>
                <a:ext uri="{FF2B5EF4-FFF2-40B4-BE49-F238E27FC236}">
                  <a16:creationId xmlns:a16="http://schemas.microsoft.com/office/drawing/2014/main" id="{4C66E3D6-8626-1844-DCAA-AE323D988214}"/>
                </a:ext>
              </a:extLst>
            </p:cNvPr>
            <p:cNvSpPr/>
            <p:nvPr/>
          </p:nvSpPr>
          <p:spPr>
            <a:xfrm>
              <a:off x="656907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" name="矩形 20">
              <a:extLst>
                <a:ext uri="{FF2B5EF4-FFF2-40B4-BE49-F238E27FC236}">
                  <a16:creationId xmlns:a16="http://schemas.microsoft.com/office/drawing/2014/main" id="{4A2245CA-8CE2-C7D5-D7CB-9D20E41D8AE2}"/>
                </a:ext>
              </a:extLst>
            </p:cNvPr>
            <p:cNvSpPr/>
            <p:nvPr/>
          </p:nvSpPr>
          <p:spPr>
            <a:xfrm>
              <a:off x="674878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矩形 21">
              <a:extLst>
                <a:ext uri="{FF2B5EF4-FFF2-40B4-BE49-F238E27FC236}">
                  <a16:creationId xmlns:a16="http://schemas.microsoft.com/office/drawing/2014/main" id="{ACE240A7-BCCA-9637-27C7-50A5E1780301}"/>
                </a:ext>
              </a:extLst>
            </p:cNvPr>
            <p:cNvSpPr/>
            <p:nvPr/>
          </p:nvSpPr>
          <p:spPr>
            <a:xfrm>
              <a:off x="6929120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2" name="矩形 22">
              <a:extLst>
                <a:ext uri="{FF2B5EF4-FFF2-40B4-BE49-F238E27FC236}">
                  <a16:creationId xmlns:a16="http://schemas.microsoft.com/office/drawing/2014/main" id="{B77B4A43-FCD4-A4DD-DB95-5D1B44F20D8A}"/>
                </a:ext>
              </a:extLst>
            </p:cNvPr>
            <p:cNvSpPr/>
            <p:nvPr/>
          </p:nvSpPr>
          <p:spPr>
            <a:xfrm>
              <a:off x="710882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3" name="矩形 23">
              <a:extLst>
                <a:ext uri="{FF2B5EF4-FFF2-40B4-BE49-F238E27FC236}">
                  <a16:creationId xmlns:a16="http://schemas.microsoft.com/office/drawing/2014/main" id="{4D93F514-1BE5-12A8-AEA9-918DB44A0B63}"/>
                </a:ext>
              </a:extLst>
            </p:cNvPr>
            <p:cNvSpPr/>
            <p:nvPr/>
          </p:nvSpPr>
          <p:spPr>
            <a:xfrm>
              <a:off x="7289165" y="376618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4" name="矩形 24">
              <a:extLst>
                <a:ext uri="{FF2B5EF4-FFF2-40B4-BE49-F238E27FC236}">
                  <a16:creationId xmlns:a16="http://schemas.microsoft.com/office/drawing/2014/main" id="{50AC5BDC-3475-3B2B-633D-42DD4272AD1A}"/>
                </a:ext>
              </a:extLst>
            </p:cNvPr>
            <p:cNvSpPr/>
            <p:nvPr/>
          </p:nvSpPr>
          <p:spPr>
            <a:xfrm>
              <a:off x="674878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25">
              <a:extLst>
                <a:ext uri="{FF2B5EF4-FFF2-40B4-BE49-F238E27FC236}">
                  <a16:creationId xmlns:a16="http://schemas.microsoft.com/office/drawing/2014/main" id="{E9B9E250-F620-CDFD-6AB9-643EBB906664}"/>
                </a:ext>
              </a:extLst>
            </p:cNvPr>
            <p:cNvSpPr/>
            <p:nvPr/>
          </p:nvSpPr>
          <p:spPr>
            <a:xfrm>
              <a:off x="6929120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26">
              <a:extLst>
                <a:ext uri="{FF2B5EF4-FFF2-40B4-BE49-F238E27FC236}">
                  <a16:creationId xmlns:a16="http://schemas.microsoft.com/office/drawing/2014/main" id="{FFC441DC-D238-A460-9D84-805C1A6C278A}"/>
                </a:ext>
              </a:extLst>
            </p:cNvPr>
            <p:cNvSpPr/>
            <p:nvPr/>
          </p:nvSpPr>
          <p:spPr>
            <a:xfrm>
              <a:off x="710882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7" name="矩形 27">
              <a:extLst>
                <a:ext uri="{FF2B5EF4-FFF2-40B4-BE49-F238E27FC236}">
                  <a16:creationId xmlns:a16="http://schemas.microsoft.com/office/drawing/2014/main" id="{A3D82C7E-04B6-10AB-164C-9F20FDAE7FDC}"/>
                </a:ext>
              </a:extLst>
            </p:cNvPr>
            <p:cNvSpPr/>
            <p:nvPr/>
          </p:nvSpPr>
          <p:spPr>
            <a:xfrm>
              <a:off x="7289165" y="394652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8" name="矩形 28">
              <a:extLst>
                <a:ext uri="{FF2B5EF4-FFF2-40B4-BE49-F238E27FC236}">
                  <a16:creationId xmlns:a16="http://schemas.microsoft.com/office/drawing/2014/main" id="{7D7E2F6F-A8EC-C2B8-95FA-375925565ECE}"/>
                </a:ext>
              </a:extLst>
            </p:cNvPr>
            <p:cNvSpPr/>
            <p:nvPr/>
          </p:nvSpPr>
          <p:spPr>
            <a:xfrm>
              <a:off x="6748780" y="4126230"/>
              <a:ext cx="180340" cy="18034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29">
              <a:extLst>
                <a:ext uri="{FF2B5EF4-FFF2-40B4-BE49-F238E27FC236}">
                  <a16:creationId xmlns:a16="http://schemas.microsoft.com/office/drawing/2014/main" id="{2B5693F6-7405-7EF8-7B05-1F7FF53407FB}"/>
                </a:ext>
              </a:extLst>
            </p:cNvPr>
            <p:cNvSpPr/>
            <p:nvPr/>
          </p:nvSpPr>
          <p:spPr>
            <a:xfrm>
              <a:off x="6929120" y="412686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" name="矩形 30">
              <a:extLst>
                <a:ext uri="{FF2B5EF4-FFF2-40B4-BE49-F238E27FC236}">
                  <a16:creationId xmlns:a16="http://schemas.microsoft.com/office/drawing/2014/main" id="{F7DDE1D8-9F07-2CCF-B090-E7EA4F4ECFE3}"/>
                </a:ext>
              </a:extLst>
            </p:cNvPr>
            <p:cNvSpPr/>
            <p:nvPr/>
          </p:nvSpPr>
          <p:spPr>
            <a:xfrm>
              <a:off x="710882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" name="矩形 31">
              <a:extLst>
                <a:ext uri="{FF2B5EF4-FFF2-40B4-BE49-F238E27FC236}">
                  <a16:creationId xmlns:a16="http://schemas.microsoft.com/office/drawing/2014/main" id="{1B7163B1-49C2-82DA-43F5-D181515C8E3B}"/>
                </a:ext>
              </a:extLst>
            </p:cNvPr>
            <p:cNvSpPr/>
            <p:nvPr/>
          </p:nvSpPr>
          <p:spPr>
            <a:xfrm>
              <a:off x="7289165" y="412623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2" name="矩形 32">
              <a:extLst>
                <a:ext uri="{FF2B5EF4-FFF2-40B4-BE49-F238E27FC236}">
                  <a16:creationId xmlns:a16="http://schemas.microsoft.com/office/drawing/2014/main" id="{B94ABBBB-D9C4-1A11-8688-1AB54C9457A2}"/>
                </a:ext>
              </a:extLst>
            </p:cNvPr>
            <p:cNvSpPr/>
            <p:nvPr/>
          </p:nvSpPr>
          <p:spPr>
            <a:xfrm>
              <a:off x="6748780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3" name="矩形 33">
              <a:extLst>
                <a:ext uri="{FF2B5EF4-FFF2-40B4-BE49-F238E27FC236}">
                  <a16:creationId xmlns:a16="http://schemas.microsoft.com/office/drawing/2014/main" id="{15CD1E76-4ED2-2223-FE4E-EE4B41EA97A4}"/>
                </a:ext>
              </a:extLst>
            </p:cNvPr>
            <p:cNvSpPr/>
            <p:nvPr/>
          </p:nvSpPr>
          <p:spPr>
            <a:xfrm>
              <a:off x="6927850" y="430593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4" name="矩形 34">
              <a:extLst>
                <a:ext uri="{FF2B5EF4-FFF2-40B4-BE49-F238E27FC236}">
                  <a16:creationId xmlns:a16="http://schemas.microsoft.com/office/drawing/2014/main" id="{A91EAE67-04BD-C904-7F29-3989D86EED73}"/>
                </a:ext>
              </a:extLst>
            </p:cNvPr>
            <p:cNvSpPr/>
            <p:nvPr/>
          </p:nvSpPr>
          <p:spPr>
            <a:xfrm>
              <a:off x="710882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5" name="矩形 35">
              <a:extLst>
                <a:ext uri="{FF2B5EF4-FFF2-40B4-BE49-F238E27FC236}">
                  <a16:creationId xmlns:a16="http://schemas.microsoft.com/office/drawing/2014/main" id="{4B6F5E34-2A0C-7A0B-1C94-93CFA82708D4}"/>
                </a:ext>
              </a:extLst>
            </p:cNvPr>
            <p:cNvSpPr/>
            <p:nvPr/>
          </p:nvSpPr>
          <p:spPr>
            <a:xfrm>
              <a:off x="7289165" y="430657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矩形 36">
              <a:extLst>
                <a:ext uri="{FF2B5EF4-FFF2-40B4-BE49-F238E27FC236}">
                  <a16:creationId xmlns:a16="http://schemas.microsoft.com/office/drawing/2014/main" id="{FD1B0B63-CFAB-1BE0-DEEA-B81A169E6BA8}"/>
                </a:ext>
              </a:extLst>
            </p:cNvPr>
            <p:cNvSpPr/>
            <p:nvPr/>
          </p:nvSpPr>
          <p:spPr>
            <a:xfrm>
              <a:off x="602869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矩形 37">
              <a:extLst>
                <a:ext uri="{FF2B5EF4-FFF2-40B4-BE49-F238E27FC236}">
                  <a16:creationId xmlns:a16="http://schemas.microsoft.com/office/drawing/2014/main" id="{359F7C3F-A196-D4F4-06F5-035A02387E96}"/>
                </a:ext>
              </a:extLst>
            </p:cNvPr>
            <p:cNvSpPr/>
            <p:nvPr/>
          </p:nvSpPr>
          <p:spPr>
            <a:xfrm>
              <a:off x="620903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矩形 38">
              <a:extLst>
                <a:ext uri="{FF2B5EF4-FFF2-40B4-BE49-F238E27FC236}">
                  <a16:creationId xmlns:a16="http://schemas.microsoft.com/office/drawing/2014/main" id="{372B144A-172C-80DD-855C-E80F108D4619}"/>
                </a:ext>
              </a:extLst>
            </p:cNvPr>
            <p:cNvSpPr/>
            <p:nvPr/>
          </p:nvSpPr>
          <p:spPr>
            <a:xfrm>
              <a:off x="638873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矩形 39">
              <a:extLst>
                <a:ext uri="{FF2B5EF4-FFF2-40B4-BE49-F238E27FC236}">
                  <a16:creationId xmlns:a16="http://schemas.microsoft.com/office/drawing/2014/main" id="{47E0055D-8D29-9DC1-2279-09E5FAA57413}"/>
                </a:ext>
              </a:extLst>
            </p:cNvPr>
            <p:cNvSpPr/>
            <p:nvPr/>
          </p:nvSpPr>
          <p:spPr>
            <a:xfrm>
              <a:off x="656907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矩形 40">
              <a:extLst>
                <a:ext uri="{FF2B5EF4-FFF2-40B4-BE49-F238E27FC236}">
                  <a16:creationId xmlns:a16="http://schemas.microsoft.com/office/drawing/2014/main" id="{B8877729-2C0E-B11C-3B1D-72FD194DDF03}"/>
                </a:ext>
              </a:extLst>
            </p:cNvPr>
            <p:cNvSpPr/>
            <p:nvPr/>
          </p:nvSpPr>
          <p:spPr>
            <a:xfrm>
              <a:off x="602869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" name="矩形 41">
              <a:extLst>
                <a:ext uri="{FF2B5EF4-FFF2-40B4-BE49-F238E27FC236}">
                  <a16:creationId xmlns:a16="http://schemas.microsoft.com/office/drawing/2014/main" id="{B2B15D3F-94D6-B7CA-8DD9-9C5B6653CB6E}"/>
                </a:ext>
              </a:extLst>
            </p:cNvPr>
            <p:cNvSpPr/>
            <p:nvPr/>
          </p:nvSpPr>
          <p:spPr>
            <a:xfrm>
              <a:off x="620903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" name="矩形 42">
              <a:extLst>
                <a:ext uri="{FF2B5EF4-FFF2-40B4-BE49-F238E27FC236}">
                  <a16:creationId xmlns:a16="http://schemas.microsoft.com/office/drawing/2014/main" id="{2E6B11EB-4187-A24B-490B-843462F8EA15}"/>
                </a:ext>
              </a:extLst>
            </p:cNvPr>
            <p:cNvSpPr/>
            <p:nvPr/>
          </p:nvSpPr>
          <p:spPr>
            <a:xfrm>
              <a:off x="638873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3" name="矩形 43">
              <a:extLst>
                <a:ext uri="{FF2B5EF4-FFF2-40B4-BE49-F238E27FC236}">
                  <a16:creationId xmlns:a16="http://schemas.microsoft.com/office/drawing/2014/main" id="{A0C075B8-9C21-2D6F-3F37-97D1BC565503}"/>
                </a:ext>
              </a:extLst>
            </p:cNvPr>
            <p:cNvSpPr/>
            <p:nvPr/>
          </p:nvSpPr>
          <p:spPr>
            <a:xfrm>
              <a:off x="656907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4" name="矩形 44">
              <a:extLst>
                <a:ext uri="{FF2B5EF4-FFF2-40B4-BE49-F238E27FC236}">
                  <a16:creationId xmlns:a16="http://schemas.microsoft.com/office/drawing/2014/main" id="{C0D8D290-64F1-B878-C41A-736016401DB2}"/>
                </a:ext>
              </a:extLst>
            </p:cNvPr>
            <p:cNvSpPr/>
            <p:nvPr/>
          </p:nvSpPr>
          <p:spPr>
            <a:xfrm>
              <a:off x="602869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" name="矩形 45">
              <a:extLst>
                <a:ext uri="{FF2B5EF4-FFF2-40B4-BE49-F238E27FC236}">
                  <a16:creationId xmlns:a16="http://schemas.microsoft.com/office/drawing/2014/main" id="{4CB1D632-C25A-75DE-AA5F-F2ABBCC76A8F}"/>
                </a:ext>
              </a:extLst>
            </p:cNvPr>
            <p:cNvSpPr/>
            <p:nvPr/>
          </p:nvSpPr>
          <p:spPr>
            <a:xfrm>
              <a:off x="620903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" name="矩形 46">
              <a:extLst>
                <a:ext uri="{FF2B5EF4-FFF2-40B4-BE49-F238E27FC236}">
                  <a16:creationId xmlns:a16="http://schemas.microsoft.com/office/drawing/2014/main" id="{2AA4555E-8AAA-12FC-C950-A9D51FB4D674}"/>
                </a:ext>
              </a:extLst>
            </p:cNvPr>
            <p:cNvSpPr/>
            <p:nvPr/>
          </p:nvSpPr>
          <p:spPr>
            <a:xfrm>
              <a:off x="638873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7" name="矩形 47">
              <a:extLst>
                <a:ext uri="{FF2B5EF4-FFF2-40B4-BE49-F238E27FC236}">
                  <a16:creationId xmlns:a16="http://schemas.microsoft.com/office/drawing/2014/main" id="{8CF3F949-81DE-2C6F-A477-8C59F3533172}"/>
                </a:ext>
              </a:extLst>
            </p:cNvPr>
            <p:cNvSpPr/>
            <p:nvPr/>
          </p:nvSpPr>
          <p:spPr>
            <a:xfrm>
              <a:off x="656907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" name="矩形 48">
              <a:extLst>
                <a:ext uri="{FF2B5EF4-FFF2-40B4-BE49-F238E27FC236}">
                  <a16:creationId xmlns:a16="http://schemas.microsoft.com/office/drawing/2014/main" id="{9BCDB949-B379-9985-316F-D14DE84FA908}"/>
                </a:ext>
              </a:extLst>
            </p:cNvPr>
            <p:cNvSpPr/>
            <p:nvPr/>
          </p:nvSpPr>
          <p:spPr>
            <a:xfrm>
              <a:off x="602869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" name="矩形 49">
              <a:extLst>
                <a:ext uri="{FF2B5EF4-FFF2-40B4-BE49-F238E27FC236}">
                  <a16:creationId xmlns:a16="http://schemas.microsoft.com/office/drawing/2014/main" id="{8A931A2B-6B16-54EC-B903-8EC0A6A55D0B}"/>
                </a:ext>
              </a:extLst>
            </p:cNvPr>
            <p:cNvSpPr/>
            <p:nvPr/>
          </p:nvSpPr>
          <p:spPr>
            <a:xfrm>
              <a:off x="620903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0" name="矩形 50">
              <a:extLst>
                <a:ext uri="{FF2B5EF4-FFF2-40B4-BE49-F238E27FC236}">
                  <a16:creationId xmlns:a16="http://schemas.microsoft.com/office/drawing/2014/main" id="{33FA6326-85F9-2CAD-6C6B-63B971F1F0CD}"/>
                </a:ext>
              </a:extLst>
            </p:cNvPr>
            <p:cNvSpPr/>
            <p:nvPr/>
          </p:nvSpPr>
          <p:spPr>
            <a:xfrm>
              <a:off x="638873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1" name="矩形 51">
              <a:extLst>
                <a:ext uri="{FF2B5EF4-FFF2-40B4-BE49-F238E27FC236}">
                  <a16:creationId xmlns:a16="http://schemas.microsoft.com/office/drawing/2014/main" id="{84ECDAA6-1A62-D619-BF2D-96A21DA1AA71}"/>
                </a:ext>
              </a:extLst>
            </p:cNvPr>
            <p:cNvSpPr/>
            <p:nvPr/>
          </p:nvSpPr>
          <p:spPr>
            <a:xfrm>
              <a:off x="656907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2" name="矩形 52">
              <a:extLst>
                <a:ext uri="{FF2B5EF4-FFF2-40B4-BE49-F238E27FC236}">
                  <a16:creationId xmlns:a16="http://schemas.microsoft.com/office/drawing/2014/main" id="{32CCFEDB-BCF4-DD3E-234A-F5D8EF304F4E}"/>
                </a:ext>
              </a:extLst>
            </p:cNvPr>
            <p:cNvSpPr/>
            <p:nvPr/>
          </p:nvSpPr>
          <p:spPr>
            <a:xfrm>
              <a:off x="674878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3" name="矩形 53">
              <a:extLst>
                <a:ext uri="{FF2B5EF4-FFF2-40B4-BE49-F238E27FC236}">
                  <a16:creationId xmlns:a16="http://schemas.microsoft.com/office/drawing/2014/main" id="{4D186C81-43D2-714C-0F26-E497AC3DDD6C}"/>
                </a:ext>
              </a:extLst>
            </p:cNvPr>
            <p:cNvSpPr/>
            <p:nvPr/>
          </p:nvSpPr>
          <p:spPr>
            <a:xfrm>
              <a:off x="6929120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4" name="矩形 54">
              <a:extLst>
                <a:ext uri="{FF2B5EF4-FFF2-40B4-BE49-F238E27FC236}">
                  <a16:creationId xmlns:a16="http://schemas.microsoft.com/office/drawing/2014/main" id="{A9179382-3F43-DECF-7A74-E6F8D2A42DA7}"/>
                </a:ext>
              </a:extLst>
            </p:cNvPr>
            <p:cNvSpPr/>
            <p:nvPr/>
          </p:nvSpPr>
          <p:spPr>
            <a:xfrm>
              <a:off x="710882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5" name="矩形 55">
              <a:extLst>
                <a:ext uri="{FF2B5EF4-FFF2-40B4-BE49-F238E27FC236}">
                  <a16:creationId xmlns:a16="http://schemas.microsoft.com/office/drawing/2014/main" id="{D1B9C175-75A8-0839-4E6C-39CD76AEF59B}"/>
                </a:ext>
              </a:extLst>
            </p:cNvPr>
            <p:cNvSpPr/>
            <p:nvPr/>
          </p:nvSpPr>
          <p:spPr>
            <a:xfrm>
              <a:off x="7289165" y="448627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56">
              <a:extLst>
                <a:ext uri="{FF2B5EF4-FFF2-40B4-BE49-F238E27FC236}">
                  <a16:creationId xmlns:a16="http://schemas.microsoft.com/office/drawing/2014/main" id="{B1A74A16-86F2-A60B-1933-75DBF65BD788}"/>
                </a:ext>
              </a:extLst>
            </p:cNvPr>
            <p:cNvSpPr/>
            <p:nvPr/>
          </p:nvSpPr>
          <p:spPr>
            <a:xfrm>
              <a:off x="674878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矩形 57">
              <a:extLst>
                <a:ext uri="{FF2B5EF4-FFF2-40B4-BE49-F238E27FC236}">
                  <a16:creationId xmlns:a16="http://schemas.microsoft.com/office/drawing/2014/main" id="{A8500607-7A70-0BC9-E984-0E20EE734C8D}"/>
                </a:ext>
              </a:extLst>
            </p:cNvPr>
            <p:cNvSpPr/>
            <p:nvPr/>
          </p:nvSpPr>
          <p:spPr>
            <a:xfrm>
              <a:off x="6929120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" name="矩形 58">
              <a:extLst>
                <a:ext uri="{FF2B5EF4-FFF2-40B4-BE49-F238E27FC236}">
                  <a16:creationId xmlns:a16="http://schemas.microsoft.com/office/drawing/2014/main" id="{423AD80E-4C3E-1DC7-0DBC-E228CC548B42}"/>
                </a:ext>
              </a:extLst>
            </p:cNvPr>
            <p:cNvSpPr/>
            <p:nvPr/>
          </p:nvSpPr>
          <p:spPr>
            <a:xfrm>
              <a:off x="710882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9" name="矩形 59">
              <a:extLst>
                <a:ext uri="{FF2B5EF4-FFF2-40B4-BE49-F238E27FC236}">
                  <a16:creationId xmlns:a16="http://schemas.microsoft.com/office/drawing/2014/main" id="{32DB76AA-E9F3-0EAC-BDBC-1C8ABC3185B8}"/>
                </a:ext>
              </a:extLst>
            </p:cNvPr>
            <p:cNvSpPr/>
            <p:nvPr/>
          </p:nvSpPr>
          <p:spPr>
            <a:xfrm>
              <a:off x="7289165" y="4666615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0" name="矩形 60">
              <a:extLst>
                <a:ext uri="{FF2B5EF4-FFF2-40B4-BE49-F238E27FC236}">
                  <a16:creationId xmlns:a16="http://schemas.microsoft.com/office/drawing/2014/main" id="{61498BF8-9D46-40A2-8A21-99B6BB0F7D90}"/>
                </a:ext>
              </a:extLst>
            </p:cNvPr>
            <p:cNvSpPr/>
            <p:nvPr/>
          </p:nvSpPr>
          <p:spPr>
            <a:xfrm>
              <a:off x="674878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1" name="矩形 61">
              <a:extLst>
                <a:ext uri="{FF2B5EF4-FFF2-40B4-BE49-F238E27FC236}">
                  <a16:creationId xmlns:a16="http://schemas.microsoft.com/office/drawing/2014/main" id="{2BBC1359-A17B-4FD6-F0FD-F25F8ADC92A6}"/>
                </a:ext>
              </a:extLst>
            </p:cNvPr>
            <p:cNvSpPr/>
            <p:nvPr/>
          </p:nvSpPr>
          <p:spPr>
            <a:xfrm>
              <a:off x="6929120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2" name="矩形 62">
              <a:extLst>
                <a:ext uri="{FF2B5EF4-FFF2-40B4-BE49-F238E27FC236}">
                  <a16:creationId xmlns:a16="http://schemas.microsoft.com/office/drawing/2014/main" id="{2C210A59-0ACB-B2C6-0AF0-9C3C77A93ADD}"/>
                </a:ext>
              </a:extLst>
            </p:cNvPr>
            <p:cNvSpPr/>
            <p:nvPr/>
          </p:nvSpPr>
          <p:spPr>
            <a:xfrm>
              <a:off x="710882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3" name="矩形 63">
              <a:extLst>
                <a:ext uri="{FF2B5EF4-FFF2-40B4-BE49-F238E27FC236}">
                  <a16:creationId xmlns:a16="http://schemas.microsoft.com/office/drawing/2014/main" id="{9F858CA3-7D3A-D26D-56C5-0E235F6AC33F}"/>
                </a:ext>
              </a:extLst>
            </p:cNvPr>
            <p:cNvSpPr/>
            <p:nvPr/>
          </p:nvSpPr>
          <p:spPr>
            <a:xfrm>
              <a:off x="7289165" y="484632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4" name="矩形 64">
              <a:extLst>
                <a:ext uri="{FF2B5EF4-FFF2-40B4-BE49-F238E27FC236}">
                  <a16:creationId xmlns:a16="http://schemas.microsoft.com/office/drawing/2014/main" id="{19A3AC8D-E5F3-0231-CA4A-904D2ED3E6FD}"/>
                </a:ext>
              </a:extLst>
            </p:cNvPr>
            <p:cNvSpPr/>
            <p:nvPr/>
          </p:nvSpPr>
          <p:spPr>
            <a:xfrm>
              <a:off x="674878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5" name="矩形 65">
              <a:extLst>
                <a:ext uri="{FF2B5EF4-FFF2-40B4-BE49-F238E27FC236}">
                  <a16:creationId xmlns:a16="http://schemas.microsoft.com/office/drawing/2014/main" id="{E493CAA5-7536-6A43-3A6E-0AA0FD33F817}"/>
                </a:ext>
              </a:extLst>
            </p:cNvPr>
            <p:cNvSpPr/>
            <p:nvPr/>
          </p:nvSpPr>
          <p:spPr>
            <a:xfrm>
              <a:off x="6929120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6" name="矩形 66">
              <a:extLst>
                <a:ext uri="{FF2B5EF4-FFF2-40B4-BE49-F238E27FC236}">
                  <a16:creationId xmlns:a16="http://schemas.microsoft.com/office/drawing/2014/main" id="{9DEF20E3-4F15-8DE4-62B2-F7EE063DF63C}"/>
                </a:ext>
              </a:extLst>
            </p:cNvPr>
            <p:cNvSpPr/>
            <p:nvPr/>
          </p:nvSpPr>
          <p:spPr>
            <a:xfrm>
              <a:off x="710882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7" name="矩形 67">
              <a:extLst>
                <a:ext uri="{FF2B5EF4-FFF2-40B4-BE49-F238E27FC236}">
                  <a16:creationId xmlns:a16="http://schemas.microsoft.com/office/drawing/2014/main" id="{723B8781-EEAD-0226-4D76-7FF39C1FA1E0}"/>
                </a:ext>
              </a:extLst>
            </p:cNvPr>
            <p:cNvSpPr/>
            <p:nvPr/>
          </p:nvSpPr>
          <p:spPr>
            <a:xfrm>
              <a:off x="7289165" y="5026660"/>
              <a:ext cx="180340" cy="1803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8" name="矩形 68">
              <a:extLst>
                <a:ext uri="{FF2B5EF4-FFF2-40B4-BE49-F238E27FC236}">
                  <a16:creationId xmlns:a16="http://schemas.microsoft.com/office/drawing/2014/main" id="{4B7F4DC8-6FB6-0DD3-A79E-F7289EF089DF}"/>
                </a:ext>
              </a:extLst>
            </p:cNvPr>
            <p:cNvSpPr/>
            <p:nvPr/>
          </p:nvSpPr>
          <p:spPr>
            <a:xfrm>
              <a:off x="602869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79" name="组合 69">
              <a:extLst>
                <a:ext uri="{FF2B5EF4-FFF2-40B4-BE49-F238E27FC236}">
                  <a16:creationId xmlns:a16="http://schemas.microsoft.com/office/drawing/2014/main" id="{B64D6E77-2628-01E1-4F1A-6FB5ADF84BCA}"/>
                </a:ext>
              </a:extLst>
            </p:cNvPr>
            <p:cNvGrpSpPr/>
            <p:nvPr/>
          </p:nvGrpSpPr>
          <p:grpSpPr>
            <a:xfrm>
              <a:off x="5874385" y="3613150"/>
              <a:ext cx="306070" cy="306070"/>
              <a:chOff x="4435540" y="372119"/>
              <a:chExt cx="306000" cy="306000"/>
            </a:xfrm>
          </p:grpSpPr>
          <p:sp>
            <p:nvSpPr>
              <p:cNvPr id="80" name="椭圆 70">
                <a:extLst>
                  <a:ext uri="{FF2B5EF4-FFF2-40B4-BE49-F238E27FC236}">
                    <a16:creationId xmlns:a16="http://schemas.microsoft.com/office/drawing/2014/main" id="{41222278-3B96-B9C7-B963-4ED9938C1738}"/>
                  </a:ext>
                </a:extLst>
              </p:cNvPr>
              <p:cNvSpPr/>
              <p:nvPr/>
            </p:nvSpPr>
            <p:spPr>
              <a:xfrm>
                <a:off x="4435540" y="372119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71">
                    <a:extLst>
                      <a:ext uri="{FF2B5EF4-FFF2-40B4-BE49-F238E27FC236}">
                        <a16:creationId xmlns:a16="http://schemas.microsoft.com/office/drawing/2014/main" id="{96404B92-4EEA-8F36-2B3C-A5893D02120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6049" y="417397"/>
                    <a:ext cx="1649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82" name="矩形 72">
              <a:extLst>
                <a:ext uri="{FF2B5EF4-FFF2-40B4-BE49-F238E27FC236}">
                  <a16:creationId xmlns:a16="http://schemas.microsoft.com/office/drawing/2014/main" id="{B8072F36-80C1-AA8D-B9B5-6E8D529FBF5B}"/>
                </a:ext>
              </a:extLst>
            </p:cNvPr>
            <p:cNvSpPr/>
            <p:nvPr/>
          </p:nvSpPr>
          <p:spPr>
            <a:xfrm>
              <a:off x="422783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矩形 73">
              <a:extLst>
                <a:ext uri="{FF2B5EF4-FFF2-40B4-BE49-F238E27FC236}">
                  <a16:creationId xmlns:a16="http://schemas.microsoft.com/office/drawing/2014/main" id="{76B8AEF8-DC1A-E20A-FF15-C9249180DE9D}"/>
                </a:ext>
              </a:extLst>
            </p:cNvPr>
            <p:cNvSpPr/>
            <p:nvPr/>
          </p:nvSpPr>
          <p:spPr>
            <a:xfrm>
              <a:off x="440817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4" name="矩形 74">
              <a:extLst>
                <a:ext uri="{FF2B5EF4-FFF2-40B4-BE49-F238E27FC236}">
                  <a16:creationId xmlns:a16="http://schemas.microsoft.com/office/drawing/2014/main" id="{071D2B01-EB23-BB7B-5BC5-3CE4F37C60C4}"/>
                </a:ext>
              </a:extLst>
            </p:cNvPr>
            <p:cNvSpPr/>
            <p:nvPr/>
          </p:nvSpPr>
          <p:spPr>
            <a:xfrm>
              <a:off x="458787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5" name="矩形 75">
              <a:extLst>
                <a:ext uri="{FF2B5EF4-FFF2-40B4-BE49-F238E27FC236}">
                  <a16:creationId xmlns:a16="http://schemas.microsoft.com/office/drawing/2014/main" id="{9FE1063D-73B5-8229-4712-868A42BC4504}"/>
                </a:ext>
              </a:extLst>
            </p:cNvPr>
            <p:cNvSpPr/>
            <p:nvPr/>
          </p:nvSpPr>
          <p:spPr>
            <a:xfrm>
              <a:off x="476821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6" name="矩形 76">
              <a:extLst>
                <a:ext uri="{FF2B5EF4-FFF2-40B4-BE49-F238E27FC236}">
                  <a16:creationId xmlns:a16="http://schemas.microsoft.com/office/drawing/2014/main" id="{0C6F2D67-D0CD-750B-DEE2-47A24D73975B}"/>
                </a:ext>
              </a:extLst>
            </p:cNvPr>
            <p:cNvSpPr/>
            <p:nvPr/>
          </p:nvSpPr>
          <p:spPr>
            <a:xfrm>
              <a:off x="422783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7" name="矩形 77">
              <a:extLst>
                <a:ext uri="{FF2B5EF4-FFF2-40B4-BE49-F238E27FC236}">
                  <a16:creationId xmlns:a16="http://schemas.microsoft.com/office/drawing/2014/main" id="{D0EFD455-FB6E-25D7-B537-6C8BA10B7760}"/>
                </a:ext>
              </a:extLst>
            </p:cNvPr>
            <p:cNvSpPr/>
            <p:nvPr/>
          </p:nvSpPr>
          <p:spPr>
            <a:xfrm>
              <a:off x="440817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8" name="矩形 78">
              <a:extLst>
                <a:ext uri="{FF2B5EF4-FFF2-40B4-BE49-F238E27FC236}">
                  <a16:creationId xmlns:a16="http://schemas.microsoft.com/office/drawing/2014/main" id="{E099B4C9-A6C9-8F3A-B283-9F948739F1EC}"/>
                </a:ext>
              </a:extLst>
            </p:cNvPr>
            <p:cNvSpPr/>
            <p:nvPr/>
          </p:nvSpPr>
          <p:spPr>
            <a:xfrm>
              <a:off x="458787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9" name="矩形 79">
              <a:extLst>
                <a:ext uri="{FF2B5EF4-FFF2-40B4-BE49-F238E27FC236}">
                  <a16:creationId xmlns:a16="http://schemas.microsoft.com/office/drawing/2014/main" id="{1B53CDF2-789B-40AA-C4FB-7D6088A46408}"/>
                </a:ext>
              </a:extLst>
            </p:cNvPr>
            <p:cNvSpPr/>
            <p:nvPr/>
          </p:nvSpPr>
          <p:spPr>
            <a:xfrm>
              <a:off x="476821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0" name="矩形 80">
              <a:extLst>
                <a:ext uri="{FF2B5EF4-FFF2-40B4-BE49-F238E27FC236}">
                  <a16:creationId xmlns:a16="http://schemas.microsoft.com/office/drawing/2014/main" id="{17E5E986-2D4B-7B9C-390B-6B6CD01DB64E}"/>
                </a:ext>
              </a:extLst>
            </p:cNvPr>
            <p:cNvSpPr/>
            <p:nvPr/>
          </p:nvSpPr>
          <p:spPr>
            <a:xfrm>
              <a:off x="422783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1" name="矩形 81">
              <a:extLst>
                <a:ext uri="{FF2B5EF4-FFF2-40B4-BE49-F238E27FC236}">
                  <a16:creationId xmlns:a16="http://schemas.microsoft.com/office/drawing/2014/main" id="{5AADC4DB-B30F-EA3E-E49E-26792850FD2F}"/>
                </a:ext>
              </a:extLst>
            </p:cNvPr>
            <p:cNvSpPr/>
            <p:nvPr/>
          </p:nvSpPr>
          <p:spPr>
            <a:xfrm>
              <a:off x="440817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2" name="矩形 82">
              <a:extLst>
                <a:ext uri="{FF2B5EF4-FFF2-40B4-BE49-F238E27FC236}">
                  <a16:creationId xmlns:a16="http://schemas.microsoft.com/office/drawing/2014/main" id="{A53221BD-7A0B-76ED-6A9A-64590CD9ACF4}"/>
                </a:ext>
              </a:extLst>
            </p:cNvPr>
            <p:cNvSpPr/>
            <p:nvPr/>
          </p:nvSpPr>
          <p:spPr>
            <a:xfrm>
              <a:off x="458787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3" name="矩形 83">
              <a:extLst>
                <a:ext uri="{FF2B5EF4-FFF2-40B4-BE49-F238E27FC236}">
                  <a16:creationId xmlns:a16="http://schemas.microsoft.com/office/drawing/2014/main" id="{56A84A0E-92F9-8FBF-B2E1-6D6F4B663324}"/>
                </a:ext>
              </a:extLst>
            </p:cNvPr>
            <p:cNvSpPr/>
            <p:nvPr/>
          </p:nvSpPr>
          <p:spPr>
            <a:xfrm>
              <a:off x="476821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4" name="矩形 84">
              <a:extLst>
                <a:ext uri="{FF2B5EF4-FFF2-40B4-BE49-F238E27FC236}">
                  <a16:creationId xmlns:a16="http://schemas.microsoft.com/office/drawing/2014/main" id="{0548E3FA-45AF-5841-D50B-F2E5098500CE}"/>
                </a:ext>
              </a:extLst>
            </p:cNvPr>
            <p:cNvSpPr/>
            <p:nvPr/>
          </p:nvSpPr>
          <p:spPr>
            <a:xfrm>
              <a:off x="422783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5" name="矩形 85">
              <a:extLst>
                <a:ext uri="{FF2B5EF4-FFF2-40B4-BE49-F238E27FC236}">
                  <a16:creationId xmlns:a16="http://schemas.microsoft.com/office/drawing/2014/main" id="{D7F3F8E1-A6CC-AC84-C33B-0EE799129766}"/>
                </a:ext>
              </a:extLst>
            </p:cNvPr>
            <p:cNvSpPr/>
            <p:nvPr/>
          </p:nvSpPr>
          <p:spPr>
            <a:xfrm>
              <a:off x="440817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6" name="矩形 86">
              <a:extLst>
                <a:ext uri="{FF2B5EF4-FFF2-40B4-BE49-F238E27FC236}">
                  <a16:creationId xmlns:a16="http://schemas.microsoft.com/office/drawing/2014/main" id="{8C73B992-E450-0452-1D31-6ACCC8069C7A}"/>
                </a:ext>
              </a:extLst>
            </p:cNvPr>
            <p:cNvSpPr/>
            <p:nvPr/>
          </p:nvSpPr>
          <p:spPr>
            <a:xfrm>
              <a:off x="458787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7" name="矩形 87">
              <a:extLst>
                <a:ext uri="{FF2B5EF4-FFF2-40B4-BE49-F238E27FC236}">
                  <a16:creationId xmlns:a16="http://schemas.microsoft.com/office/drawing/2014/main" id="{AEADA446-C851-F092-92E7-D7C39DF25179}"/>
                </a:ext>
              </a:extLst>
            </p:cNvPr>
            <p:cNvSpPr/>
            <p:nvPr/>
          </p:nvSpPr>
          <p:spPr>
            <a:xfrm>
              <a:off x="476821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8" name="矩形 88">
              <a:extLst>
                <a:ext uri="{FF2B5EF4-FFF2-40B4-BE49-F238E27FC236}">
                  <a16:creationId xmlns:a16="http://schemas.microsoft.com/office/drawing/2014/main" id="{7A95A283-1105-4EC0-F2CB-69FB074C336C}"/>
                </a:ext>
              </a:extLst>
            </p:cNvPr>
            <p:cNvSpPr/>
            <p:nvPr/>
          </p:nvSpPr>
          <p:spPr>
            <a:xfrm>
              <a:off x="494792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9" name="矩形 89">
              <a:extLst>
                <a:ext uri="{FF2B5EF4-FFF2-40B4-BE49-F238E27FC236}">
                  <a16:creationId xmlns:a16="http://schemas.microsoft.com/office/drawing/2014/main" id="{993306E9-C534-44C7-512B-A47B72EFA4AB}"/>
                </a:ext>
              </a:extLst>
            </p:cNvPr>
            <p:cNvSpPr/>
            <p:nvPr/>
          </p:nvSpPr>
          <p:spPr>
            <a:xfrm>
              <a:off x="5128260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0" name="矩形 90">
              <a:extLst>
                <a:ext uri="{FF2B5EF4-FFF2-40B4-BE49-F238E27FC236}">
                  <a16:creationId xmlns:a16="http://schemas.microsoft.com/office/drawing/2014/main" id="{FFA5835A-E660-468A-E930-048ACE865A21}"/>
                </a:ext>
              </a:extLst>
            </p:cNvPr>
            <p:cNvSpPr/>
            <p:nvPr/>
          </p:nvSpPr>
          <p:spPr>
            <a:xfrm>
              <a:off x="530796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1" name="矩形 91">
              <a:extLst>
                <a:ext uri="{FF2B5EF4-FFF2-40B4-BE49-F238E27FC236}">
                  <a16:creationId xmlns:a16="http://schemas.microsoft.com/office/drawing/2014/main" id="{F2AC897C-54BF-4B01-73B7-42234AA03E01}"/>
                </a:ext>
              </a:extLst>
            </p:cNvPr>
            <p:cNvSpPr/>
            <p:nvPr/>
          </p:nvSpPr>
          <p:spPr>
            <a:xfrm>
              <a:off x="5488305" y="376618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2" name="矩形 92">
              <a:extLst>
                <a:ext uri="{FF2B5EF4-FFF2-40B4-BE49-F238E27FC236}">
                  <a16:creationId xmlns:a16="http://schemas.microsoft.com/office/drawing/2014/main" id="{099273E2-8223-6756-1A5D-D997E2EC9647}"/>
                </a:ext>
              </a:extLst>
            </p:cNvPr>
            <p:cNvSpPr/>
            <p:nvPr/>
          </p:nvSpPr>
          <p:spPr>
            <a:xfrm>
              <a:off x="494792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矩形 93">
              <a:extLst>
                <a:ext uri="{FF2B5EF4-FFF2-40B4-BE49-F238E27FC236}">
                  <a16:creationId xmlns:a16="http://schemas.microsoft.com/office/drawing/2014/main" id="{0CE49046-481E-1B52-C59A-9DE96881E81A}"/>
                </a:ext>
              </a:extLst>
            </p:cNvPr>
            <p:cNvSpPr/>
            <p:nvPr/>
          </p:nvSpPr>
          <p:spPr>
            <a:xfrm>
              <a:off x="5128260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4" name="矩形 94">
              <a:extLst>
                <a:ext uri="{FF2B5EF4-FFF2-40B4-BE49-F238E27FC236}">
                  <a16:creationId xmlns:a16="http://schemas.microsoft.com/office/drawing/2014/main" id="{9133C468-FE36-E431-855C-E5DD9071EA71}"/>
                </a:ext>
              </a:extLst>
            </p:cNvPr>
            <p:cNvSpPr/>
            <p:nvPr/>
          </p:nvSpPr>
          <p:spPr>
            <a:xfrm>
              <a:off x="530796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5" name="矩形 95">
              <a:extLst>
                <a:ext uri="{FF2B5EF4-FFF2-40B4-BE49-F238E27FC236}">
                  <a16:creationId xmlns:a16="http://schemas.microsoft.com/office/drawing/2014/main" id="{FCBE1A2E-36A8-3C95-00F7-62C03955DD21}"/>
                </a:ext>
              </a:extLst>
            </p:cNvPr>
            <p:cNvSpPr/>
            <p:nvPr/>
          </p:nvSpPr>
          <p:spPr>
            <a:xfrm>
              <a:off x="5488305" y="394652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矩形 96">
              <a:extLst>
                <a:ext uri="{FF2B5EF4-FFF2-40B4-BE49-F238E27FC236}">
                  <a16:creationId xmlns:a16="http://schemas.microsoft.com/office/drawing/2014/main" id="{71EAC6C9-0731-F8D3-8A7C-33270B3AFDF0}"/>
                </a:ext>
              </a:extLst>
            </p:cNvPr>
            <p:cNvSpPr/>
            <p:nvPr/>
          </p:nvSpPr>
          <p:spPr>
            <a:xfrm>
              <a:off x="494792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7" name="矩形 97">
              <a:extLst>
                <a:ext uri="{FF2B5EF4-FFF2-40B4-BE49-F238E27FC236}">
                  <a16:creationId xmlns:a16="http://schemas.microsoft.com/office/drawing/2014/main" id="{18B3F175-0D81-2383-8C08-33EFFC54F718}"/>
                </a:ext>
              </a:extLst>
            </p:cNvPr>
            <p:cNvSpPr/>
            <p:nvPr/>
          </p:nvSpPr>
          <p:spPr>
            <a:xfrm>
              <a:off x="5128260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矩形 98">
              <a:extLst>
                <a:ext uri="{FF2B5EF4-FFF2-40B4-BE49-F238E27FC236}">
                  <a16:creationId xmlns:a16="http://schemas.microsoft.com/office/drawing/2014/main" id="{38A717C2-A2E0-66CA-7593-E4CF2FFF0E9B}"/>
                </a:ext>
              </a:extLst>
            </p:cNvPr>
            <p:cNvSpPr/>
            <p:nvPr/>
          </p:nvSpPr>
          <p:spPr>
            <a:xfrm>
              <a:off x="530796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矩形 99">
              <a:extLst>
                <a:ext uri="{FF2B5EF4-FFF2-40B4-BE49-F238E27FC236}">
                  <a16:creationId xmlns:a16="http://schemas.microsoft.com/office/drawing/2014/main" id="{BA2A60D1-AF05-9E6D-9A1F-CB329B691C91}"/>
                </a:ext>
              </a:extLst>
            </p:cNvPr>
            <p:cNvSpPr/>
            <p:nvPr/>
          </p:nvSpPr>
          <p:spPr>
            <a:xfrm>
              <a:off x="5488305" y="4126230"/>
              <a:ext cx="180340" cy="1803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100">
              <a:extLst>
                <a:ext uri="{FF2B5EF4-FFF2-40B4-BE49-F238E27FC236}">
                  <a16:creationId xmlns:a16="http://schemas.microsoft.com/office/drawing/2014/main" id="{CCA1DBAB-F1F1-47B5-4246-3BBBF8367B77}"/>
                </a:ext>
              </a:extLst>
            </p:cNvPr>
            <p:cNvSpPr/>
            <p:nvPr/>
          </p:nvSpPr>
          <p:spPr>
            <a:xfrm>
              <a:off x="494792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1" name="矩形 101">
              <a:extLst>
                <a:ext uri="{FF2B5EF4-FFF2-40B4-BE49-F238E27FC236}">
                  <a16:creationId xmlns:a16="http://schemas.microsoft.com/office/drawing/2014/main" id="{CE1406F7-0794-5A53-E663-779F65176607}"/>
                </a:ext>
              </a:extLst>
            </p:cNvPr>
            <p:cNvSpPr/>
            <p:nvPr/>
          </p:nvSpPr>
          <p:spPr>
            <a:xfrm>
              <a:off x="5128260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2" name="矩形 102">
              <a:extLst>
                <a:ext uri="{FF2B5EF4-FFF2-40B4-BE49-F238E27FC236}">
                  <a16:creationId xmlns:a16="http://schemas.microsoft.com/office/drawing/2014/main" id="{2AB19426-A831-AA15-AB82-BDAC841779AC}"/>
                </a:ext>
              </a:extLst>
            </p:cNvPr>
            <p:cNvSpPr/>
            <p:nvPr/>
          </p:nvSpPr>
          <p:spPr>
            <a:xfrm>
              <a:off x="530796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3" name="矩形 103">
              <a:extLst>
                <a:ext uri="{FF2B5EF4-FFF2-40B4-BE49-F238E27FC236}">
                  <a16:creationId xmlns:a16="http://schemas.microsoft.com/office/drawing/2014/main" id="{F7C1FAEB-19B9-9CFE-0F29-A89ADFB54A12}"/>
                </a:ext>
              </a:extLst>
            </p:cNvPr>
            <p:cNvSpPr/>
            <p:nvPr/>
          </p:nvSpPr>
          <p:spPr>
            <a:xfrm>
              <a:off x="5488305" y="430657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矩形 104">
              <a:extLst>
                <a:ext uri="{FF2B5EF4-FFF2-40B4-BE49-F238E27FC236}">
                  <a16:creationId xmlns:a16="http://schemas.microsoft.com/office/drawing/2014/main" id="{C914B8EE-4333-3997-3E60-8AC8404A0C84}"/>
                </a:ext>
              </a:extLst>
            </p:cNvPr>
            <p:cNvSpPr/>
            <p:nvPr/>
          </p:nvSpPr>
          <p:spPr>
            <a:xfrm>
              <a:off x="422783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矩形 105">
              <a:extLst>
                <a:ext uri="{FF2B5EF4-FFF2-40B4-BE49-F238E27FC236}">
                  <a16:creationId xmlns:a16="http://schemas.microsoft.com/office/drawing/2014/main" id="{DC68BCC5-A0A0-68C1-C05A-F4CEDFE418D8}"/>
                </a:ext>
              </a:extLst>
            </p:cNvPr>
            <p:cNvSpPr/>
            <p:nvPr/>
          </p:nvSpPr>
          <p:spPr>
            <a:xfrm>
              <a:off x="440817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矩形 106">
              <a:extLst>
                <a:ext uri="{FF2B5EF4-FFF2-40B4-BE49-F238E27FC236}">
                  <a16:creationId xmlns:a16="http://schemas.microsoft.com/office/drawing/2014/main" id="{6EBA9182-6748-90A0-E838-D4788D4C63C4}"/>
                </a:ext>
              </a:extLst>
            </p:cNvPr>
            <p:cNvSpPr/>
            <p:nvPr/>
          </p:nvSpPr>
          <p:spPr>
            <a:xfrm>
              <a:off x="458787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07">
              <a:extLst>
                <a:ext uri="{FF2B5EF4-FFF2-40B4-BE49-F238E27FC236}">
                  <a16:creationId xmlns:a16="http://schemas.microsoft.com/office/drawing/2014/main" id="{CC0D8AA6-8B44-8677-DC86-53564EF56380}"/>
                </a:ext>
              </a:extLst>
            </p:cNvPr>
            <p:cNvSpPr/>
            <p:nvPr/>
          </p:nvSpPr>
          <p:spPr>
            <a:xfrm>
              <a:off x="476821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8" name="矩形 108">
              <a:extLst>
                <a:ext uri="{FF2B5EF4-FFF2-40B4-BE49-F238E27FC236}">
                  <a16:creationId xmlns:a16="http://schemas.microsoft.com/office/drawing/2014/main" id="{DE6CB424-2CF4-F593-6CC5-56BEE6DF06F5}"/>
                </a:ext>
              </a:extLst>
            </p:cNvPr>
            <p:cNvSpPr/>
            <p:nvPr/>
          </p:nvSpPr>
          <p:spPr>
            <a:xfrm>
              <a:off x="422783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9" name="矩形 109">
              <a:extLst>
                <a:ext uri="{FF2B5EF4-FFF2-40B4-BE49-F238E27FC236}">
                  <a16:creationId xmlns:a16="http://schemas.microsoft.com/office/drawing/2014/main" id="{C9DA0A25-D218-745E-B484-797F82E140EB}"/>
                </a:ext>
              </a:extLst>
            </p:cNvPr>
            <p:cNvSpPr/>
            <p:nvPr/>
          </p:nvSpPr>
          <p:spPr>
            <a:xfrm>
              <a:off x="440817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0" name="矩形 110">
              <a:extLst>
                <a:ext uri="{FF2B5EF4-FFF2-40B4-BE49-F238E27FC236}">
                  <a16:creationId xmlns:a16="http://schemas.microsoft.com/office/drawing/2014/main" id="{46684FCF-ED31-CFF0-BFA4-2CFDC2CF1289}"/>
                </a:ext>
              </a:extLst>
            </p:cNvPr>
            <p:cNvSpPr/>
            <p:nvPr/>
          </p:nvSpPr>
          <p:spPr>
            <a:xfrm>
              <a:off x="458787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1" name="矩形 111">
              <a:extLst>
                <a:ext uri="{FF2B5EF4-FFF2-40B4-BE49-F238E27FC236}">
                  <a16:creationId xmlns:a16="http://schemas.microsoft.com/office/drawing/2014/main" id="{19F30673-8792-CFD2-DE6D-4ED3424C3E83}"/>
                </a:ext>
              </a:extLst>
            </p:cNvPr>
            <p:cNvSpPr/>
            <p:nvPr/>
          </p:nvSpPr>
          <p:spPr>
            <a:xfrm>
              <a:off x="476821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2" name="矩形 112">
              <a:extLst>
                <a:ext uri="{FF2B5EF4-FFF2-40B4-BE49-F238E27FC236}">
                  <a16:creationId xmlns:a16="http://schemas.microsoft.com/office/drawing/2014/main" id="{6E984426-FE9A-8E8E-E868-63809697B903}"/>
                </a:ext>
              </a:extLst>
            </p:cNvPr>
            <p:cNvSpPr/>
            <p:nvPr/>
          </p:nvSpPr>
          <p:spPr>
            <a:xfrm>
              <a:off x="422783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3" name="矩形 113">
              <a:extLst>
                <a:ext uri="{FF2B5EF4-FFF2-40B4-BE49-F238E27FC236}">
                  <a16:creationId xmlns:a16="http://schemas.microsoft.com/office/drawing/2014/main" id="{DF3DE35A-62F3-460F-E0B2-54BE041872F4}"/>
                </a:ext>
              </a:extLst>
            </p:cNvPr>
            <p:cNvSpPr/>
            <p:nvPr/>
          </p:nvSpPr>
          <p:spPr>
            <a:xfrm>
              <a:off x="440817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14">
              <a:extLst>
                <a:ext uri="{FF2B5EF4-FFF2-40B4-BE49-F238E27FC236}">
                  <a16:creationId xmlns:a16="http://schemas.microsoft.com/office/drawing/2014/main" id="{3F975D90-FFF3-C7D4-43E9-A80FB22127D9}"/>
                </a:ext>
              </a:extLst>
            </p:cNvPr>
            <p:cNvSpPr/>
            <p:nvPr/>
          </p:nvSpPr>
          <p:spPr>
            <a:xfrm>
              <a:off x="458787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5" name="矩形 115">
              <a:extLst>
                <a:ext uri="{FF2B5EF4-FFF2-40B4-BE49-F238E27FC236}">
                  <a16:creationId xmlns:a16="http://schemas.microsoft.com/office/drawing/2014/main" id="{8A05936E-F9A7-1818-A916-235608D7525E}"/>
                </a:ext>
              </a:extLst>
            </p:cNvPr>
            <p:cNvSpPr/>
            <p:nvPr/>
          </p:nvSpPr>
          <p:spPr>
            <a:xfrm>
              <a:off x="476821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6" name="矩形 116">
              <a:extLst>
                <a:ext uri="{FF2B5EF4-FFF2-40B4-BE49-F238E27FC236}">
                  <a16:creationId xmlns:a16="http://schemas.microsoft.com/office/drawing/2014/main" id="{7A227366-DB05-EF99-B70B-BCD5E1E035D2}"/>
                </a:ext>
              </a:extLst>
            </p:cNvPr>
            <p:cNvSpPr/>
            <p:nvPr/>
          </p:nvSpPr>
          <p:spPr>
            <a:xfrm>
              <a:off x="422783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7" name="矩形 117">
              <a:extLst>
                <a:ext uri="{FF2B5EF4-FFF2-40B4-BE49-F238E27FC236}">
                  <a16:creationId xmlns:a16="http://schemas.microsoft.com/office/drawing/2014/main" id="{B4AAC425-BFEA-87CB-5F51-60D9E2F619A0}"/>
                </a:ext>
              </a:extLst>
            </p:cNvPr>
            <p:cNvSpPr/>
            <p:nvPr/>
          </p:nvSpPr>
          <p:spPr>
            <a:xfrm>
              <a:off x="440817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8" name="矩形 118">
              <a:extLst>
                <a:ext uri="{FF2B5EF4-FFF2-40B4-BE49-F238E27FC236}">
                  <a16:creationId xmlns:a16="http://schemas.microsoft.com/office/drawing/2014/main" id="{26193AAF-10FE-6398-79EA-5DA5BDD4C426}"/>
                </a:ext>
              </a:extLst>
            </p:cNvPr>
            <p:cNvSpPr/>
            <p:nvPr/>
          </p:nvSpPr>
          <p:spPr>
            <a:xfrm>
              <a:off x="458787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9" name="矩形 119">
              <a:extLst>
                <a:ext uri="{FF2B5EF4-FFF2-40B4-BE49-F238E27FC236}">
                  <a16:creationId xmlns:a16="http://schemas.microsoft.com/office/drawing/2014/main" id="{9E141A3F-F43F-4307-DA0A-D54BAB6D091F}"/>
                </a:ext>
              </a:extLst>
            </p:cNvPr>
            <p:cNvSpPr/>
            <p:nvPr/>
          </p:nvSpPr>
          <p:spPr>
            <a:xfrm>
              <a:off x="476821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0" name="矩形 120">
              <a:extLst>
                <a:ext uri="{FF2B5EF4-FFF2-40B4-BE49-F238E27FC236}">
                  <a16:creationId xmlns:a16="http://schemas.microsoft.com/office/drawing/2014/main" id="{9D7F33CC-0532-B06B-52B0-BD8DE3DBD0E7}"/>
                </a:ext>
              </a:extLst>
            </p:cNvPr>
            <p:cNvSpPr/>
            <p:nvPr/>
          </p:nvSpPr>
          <p:spPr>
            <a:xfrm>
              <a:off x="494792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1" name="矩形 121">
              <a:extLst>
                <a:ext uri="{FF2B5EF4-FFF2-40B4-BE49-F238E27FC236}">
                  <a16:creationId xmlns:a16="http://schemas.microsoft.com/office/drawing/2014/main" id="{85B7E4B2-3D9D-5EBB-F480-A946D05164A8}"/>
                </a:ext>
              </a:extLst>
            </p:cNvPr>
            <p:cNvSpPr/>
            <p:nvPr/>
          </p:nvSpPr>
          <p:spPr>
            <a:xfrm>
              <a:off x="5128260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2" name="矩形 122">
              <a:extLst>
                <a:ext uri="{FF2B5EF4-FFF2-40B4-BE49-F238E27FC236}">
                  <a16:creationId xmlns:a16="http://schemas.microsoft.com/office/drawing/2014/main" id="{4FB015A7-BF74-92B0-5849-6997D824B24C}"/>
                </a:ext>
              </a:extLst>
            </p:cNvPr>
            <p:cNvSpPr/>
            <p:nvPr/>
          </p:nvSpPr>
          <p:spPr>
            <a:xfrm>
              <a:off x="530796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3" name="矩形 123">
              <a:extLst>
                <a:ext uri="{FF2B5EF4-FFF2-40B4-BE49-F238E27FC236}">
                  <a16:creationId xmlns:a16="http://schemas.microsoft.com/office/drawing/2014/main" id="{37C3FDF3-D148-8490-1EF2-6C71F51B6F87}"/>
                </a:ext>
              </a:extLst>
            </p:cNvPr>
            <p:cNvSpPr/>
            <p:nvPr/>
          </p:nvSpPr>
          <p:spPr>
            <a:xfrm>
              <a:off x="5488305" y="448627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4" name="矩形 124">
              <a:extLst>
                <a:ext uri="{FF2B5EF4-FFF2-40B4-BE49-F238E27FC236}">
                  <a16:creationId xmlns:a16="http://schemas.microsoft.com/office/drawing/2014/main" id="{22F061AF-BFFC-F333-6BE4-1D36AD47EA7E}"/>
                </a:ext>
              </a:extLst>
            </p:cNvPr>
            <p:cNvSpPr/>
            <p:nvPr/>
          </p:nvSpPr>
          <p:spPr>
            <a:xfrm>
              <a:off x="494792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5" name="矩形 125">
              <a:extLst>
                <a:ext uri="{FF2B5EF4-FFF2-40B4-BE49-F238E27FC236}">
                  <a16:creationId xmlns:a16="http://schemas.microsoft.com/office/drawing/2014/main" id="{27BDCAA9-0DC0-AE45-F08E-0487B9486706}"/>
                </a:ext>
              </a:extLst>
            </p:cNvPr>
            <p:cNvSpPr/>
            <p:nvPr/>
          </p:nvSpPr>
          <p:spPr>
            <a:xfrm>
              <a:off x="5128260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6" name="矩形 126">
              <a:extLst>
                <a:ext uri="{FF2B5EF4-FFF2-40B4-BE49-F238E27FC236}">
                  <a16:creationId xmlns:a16="http://schemas.microsoft.com/office/drawing/2014/main" id="{11AB4B42-6ED6-F07C-4CDE-91A4293E21A9}"/>
                </a:ext>
              </a:extLst>
            </p:cNvPr>
            <p:cNvSpPr/>
            <p:nvPr/>
          </p:nvSpPr>
          <p:spPr>
            <a:xfrm>
              <a:off x="530796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7" name="矩形 127">
              <a:extLst>
                <a:ext uri="{FF2B5EF4-FFF2-40B4-BE49-F238E27FC236}">
                  <a16:creationId xmlns:a16="http://schemas.microsoft.com/office/drawing/2014/main" id="{9F900E58-4DBF-2FB7-4858-60E61CC79049}"/>
                </a:ext>
              </a:extLst>
            </p:cNvPr>
            <p:cNvSpPr/>
            <p:nvPr/>
          </p:nvSpPr>
          <p:spPr>
            <a:xfrm>
              <a:off x="5488305" y="4666615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28">
              <a:extLst>
                <a:ext uri="{FF2B5EF4-FFF2-40B4-BE49-F238E27FC236}">
                  <a16:creationId xmlns:a16="http://schemas.microsoft.com/office/drawing/2014/main" id="{A0BDBD88-F33D-8EE9-AFD1-8A0095D4281C}"/>
                </a:ext>
              </a:extLst>
            </p:cNvPr>
            <p:cNvSpPr/>
            <p:nvPr/>
          </p:nvSpPr>
          <p:spPr>
            <a:xfrm>
              <a:off x="494792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9" name="矩形 129">
              <a:extLst>
                <a:ext uri="{FF2B5EF4-FFF2-40B4-BE49-F238E27FC236}">
                  <a16:creationId xmlns:a16="http://schemas.microsoft.com/office/drawing/2014/main" id="{08F39C31-4524-4C10-E6B8-80AD9790A373}"/>
                </a:ext>
              </a:extLst>
            </p:cNvPr>
            <p:cNvSpPr/>
            <p:nvPr/>
          </p:nvSpPr>
          <p:spPr>
            <a:xfrm>
              <a:off x="5128260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0" name="矩形 130">
              <a:extLst>
                <a:ext uri="{FF2B5EF4-FFF2-40B4-BE49-F238E27FC236}">
                  <a16:creationId xmlns:a16="http://schemas.microsoft.com/office/drawing/2014/main" id="{C4C0C704-0769-E2AE-6A9F-60E2DF6EF2E7}"/>
                </a:ext>
              </a:extLst>
            </p:cNvPr>
            <p:cNvSpPr/>
            <p:nvPr/>
          </p:nvSpPr>
          <p:spPr>
            <a:xfrm>
              <a:off x="530796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1" name="矩形 131">
              <a:extLst>
                <a:ext uri="{FF2B5EF4-FFF2-40B4-BE49-F238E27FC236}">
                  <a16:creationId xmlns:a16="http://schemas.microsoft.com/office/drawing/2014/main" id="{A3377DAA-7540-7BFE-0CC0-709B91B08545}"/>
                </a:ext>
              </a:extLst>
            </p:cNvPr>
            <p:cNvSpPr/>
            <p:nvPr/>
          </p:nvSpPr>
          <p:spPr>
            <a:xfrm>
              <a:off x="5488305" y="484632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2" name="矩形 132">
              <a:extLst>
                <a:ext uri="{FF2B5EF4-FFF2-40B4-BE49-F238E27FC236}">
                  <a16:creationId xmlns:a16="http://schemas.microsoft.com/office/drawing/2014/main" id="{2339F50E-8754-7CE3-D5BE-0383F87A8EE7}"/>
                </a:ext>
              </a:extLst>
            </p:cNvPr>
            <p:cNvSpPr/>
            <p:nvPr/>
          </p:nvSpPr>
          <p:spPr>
            <a:xfrm>
              <a:off x="494792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3" name="矩形 133">
              <a:extLst>
                <a:ext uri="{FF2B5EF4-FFF2-40B4-BE49-F238E27FC236}">
                  <a16:creationId xmlns:a16="http://schemas.microsoft.com/office/drawing/2014/main" id="{9D120206-84D8-B378-E536-E72E988C1025}"/>
                </a:ext>
              </a:extLst>
            </p:cNvPr>
            <p:cNvSpPr/>
            <p:nvPr/>
          </p:nvSpPr>
          <p:spPr>
            <a:xfrm>
              <a:off x="5128260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4" name="矩形 134">
              <a:extLst>
                <a:ext uri="{FF2B5EF4-FFF2-40B4-BE49-F238E27FC236}">
                  <a16:creationId xmlns:a16="http://schemas.microsoft.com/office/drawing/2014/main" id="{4761ED8B-9BA1-5236-0070-A05B72642993}"/>
                </a:ext>
              </a:extLst>
            </p:cNvPr>
            <p:cNvSpPr/>
            <p:nvPr/>
          </p:nvSpPr>
          <p:spPr>
            <a:xfrm>
              <a:off x="530796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35">
              <a:extLst>
                <a:ext uri="{FF2B5EF4-FFF2-40B4-BE49-F238E27FC236}">
                  <a16:creationId xmlns:a16="http://schemas.microsoft.com/office/drawing/2014/main" id="{CC4EFF16-1E6D-BA7A-E66A-3365AEF0BF19}"/>
                </a:ext>
              </a:extLst>
            </p:cNvPr>
            <p:cNvSpPr/>
            <p:nvPr/>
          </p:nvSpPr>
          <p:spPr>
            <a:xfrm>
              <a:off x="5488305" y="5026660"/>
              <a:ext cx="180340" cy="1803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6" name="矩形 136">
              <a:extLst>
                <a:ext uri="{FF2B5EF4-FFF2-40B4-BE49-F238E27FC236}">
                  <a16:creationId xmlns:a16="http://schemas.microsoft.com/office/drawing/2014/main" id="{6F7E3C39-9BB5-28B4-3463-BFF365C4518D}"/>
                </a:ext>
              </a:extLst>
            </p:cNvPr>
            <p:cNvSpPr/>
            <p:nvPr/>
          </p:nvSpPr>
          <p:spPr>
            <a:xfrm>
              <a:off x="4227830" y="376618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47" name="组合 137">
              <a:extLst>
                <a:ext uri="{FF2B5EF4-FFF2-40B4-BE49-F238E27FC236}">
                  <a16:creationId xmlns:a16="http://schemas.microsoft.com/office/drawing/2014/main" id="{CC40E057-1AA2-963F-8DF5-5CC5F9B9AF19}"/>
                </a:ext>
              </a:extLst>
            </p:cNvPr>
            <p:cNvGrpSpPr/>
            <p:nvPr/>
          </p:nvGrpSpPr>
          <p:grpSpPr>
            <a:xfrm>
              <a:off x="4074795" y="3613150"/>
              <a:ext cx="306070" cy="306070"/>
              <a:chOff x="2866123" y="762544"/>
              <a:chExt cx="306000" cy="306000"/>
            </a:xfrm>
          </p:grpSpPr>
          <p:sp>
            <p:nvSpPr>
              <p:cNvPr id="148" name="椭圆 138">
                <a:extLst>
                  <a:ext uri="{FF2B5EF4-FFF2-40B4-BE49-F238E27FC236}">
                    <a16:creationId xmlns:a16="http://schemas.microsoft.com/office/drawing/2014/main" id="{5B25FD1A-334A-2A14-E4B3-EC4F49C47952}"/>
                  </a:ext>
                </a:extLst>
              </p:cNvPr>
              <p:cNvSpPr/>
              <p:nvPr/>
            </p:nvSpPr>
            <p:spPr>
              <a:xfrm>
                <a:off x="2866123" y="762544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文本框 139">
                    <a:extLst>
                      <a:ext uri="{FF2B5EF4-FFF2-40B4-BE49-F238E27FC236}">
                        <a16:creationId xmlns:a16="http://schemas.microsoft.com/office/drawing/2014/main" id="{70D19B0F-B4D0-A597-1A0B-90AAFE0BD055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504" y="807822"/>
                    <a:ext cx="16523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  <p:sp>
          <p:nvSpPr>
            <p:cNvPr id="150" name="矩形 140">
              <a:extLst>
                <a:ext uri="{FF2B5EF4-FFF2-40B4-BE49-F238E27FC236}">
                  <a16:creationId xmlns:a16="http://schemas.microsoft.com/office/drawing/2014/main" id="{E842EDA7-47FB-B53E-5E1F-4EE4B59A2E4F}"/>
                </a:ext>
              </a:extLst>
            </p:cNvPr>
            <p:cNvSpPr/>
            <p:nvPr/>
          </p:nvSpPr>
          <p:spPr>
            <a:xfrm>
              <a:off x="602297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1" name="矩形 141">
              <a:extLst>
                <a:ext uri="{FF2B5EF4-FFF2-40B4-BE49-F238E27FC236}">
                  <a16:creationId xmlns:a16="http://schemas.microsoft.com/office/drawing/2014/main" id="{8F96EFCE-1C54-F67C-E472-7BF5F3646724}"/>
                </a:ext>
              </a:extLst>
            </p:cNvPr>
            <p:cNvSpPr/>
            <p:nvPr/>
          </p:nvSpPr>
          <p:spPr>
            <a:xfrm>
              <a:off x="620331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2" name="矩形 142">
              <a:extLst>
                <a:ext uri="{FF2B5EF4-FFF2-40B4-BE49-F238E27FC236}">
                  <a16:creationId xmlns:a16="http://schemas.microsoft.com/office/drawing/2014/main" id="{06EAB261-94BE-2FD4-6C0A-33EF4D1D68AD}"/>
                </a:ext>
              </a:extLst>
            </p:cNvPr>
            <p:cNvSpPr/>
            <p:nvPr/>
          </p:nvSpPr>
          <p:spPr>
            <a:xfrm>
              <a:off x="638302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3" name="矩形 143">
              <a:extLst>
                <a:ext uri="{FF2B5EF4-FFF2-40B4-BE49-F238E27FC236}">
                  <a16:creationId xmlns:a16="http://schemas.microsoft.com/office/drawing/2014/main" id="{094B6072-89D2-71EE-58D4-C678B3C9A782}"/>
                </a:ext>
              </a:extLst>
            </p:cNvPr>
            <p:cNvSpPr/>
            <p:nvPr/>
          </p:nvSpPr>
          <p:spPr>
            <a:xfrm>
              <a:off x="656336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4" name="矩形 144">
              <a:extLst>
                <a:ext uri="{FF2B5EF4-FFF2-40B4-BE49-F238E27FC236}">
                  <a16:creationId xmlns:a16="http://schemas.microsoft.com/office/drawing/2014/main" id="{37705AD3-304F-CDCD-2BB3-3BDA081756F0}"/>
                </a:ext>
              </a:extLst>
            </p:cNvPr>
            <p:cNvSpPr/>
            <p:nvPr/>
          </p:nvSpPr>
          <p:spPr>
            <a:xfrm>
              <a:off x="602297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5" name="矩形 145">
              <a:extLst>
                <a:ext uri="{FF2B5EF4-FFF2-40B4-BE49-F238E27FC236}">
                  <a16:creationId xmlns:a16="http://schemas.microsoft.com/office/drawing/2014/main" id="{3EF95466-147A-2F07-8F7E-F8E3016A278E}"/>
                </a:ext>
              </a:extLst>
            </p:cNvPr>
            <p:cNvSpPr/>
            <p:nvPr/>
          </p:nvSpPr>
          <p:spPr>
            <a:xfrm>
              <a:off x="620331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6" name="矩形 146">
              <a:extLst>
                <a:ext uri="{FF2B5EF4-FFF2-40B4-BE49-F238E27FC236}">
                  <a16:creationId xmlns:a16="http://schemas.microsoft.com/office/drawing/2014/main" id="{98A695EA-72B9-229C-5F01-A74A6850D34B}"/>
                </a:ext>
              </a:extLst>
            </p:cNvPr>
            <p:cNvSpPr/>
            <p:nvPr/>
          </p:nvSpPr>
          <p:spPr>
            <a:xfrm>
              <a:off x="638302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7" name="矩形 147">
              <a:extLst>
                <a:ext uri="{FF2B5EF4-FFF2-40B4-BE49-F238E27FC236}">
                  <a16:creationId xmlns:a16="http://schemas.microsoft.com/office/drawing/2014/main" id="{112EE3B8-05FF-12C1-FF56-BF4A39FD5085}"/>
                </a:ext>
              </a:extLst>
            </p:cNvPr>
            <p:cNvSpPr/>
            <p:nvPr/>
          </p:nvSpPr>
          <p:spPr>
            <a:xfrm>
              <a:off x="656336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8" name="矩形 148">
              <a:extLst>
                <a:ext uri="{FF2B5EF4-FFF2-40B4-BE49-F238E27FC236}">
                  <a16:creationId xmlns:a16="http://schemas.microsoft.com/office/drawing/2014/main" id="{A6F39685-C81E-71AC-A042-D1F5DAB2348A}"/>
                </a:ext>
              </a:extLst>
            </p:cNvPr>
            <p:cNvSpPr/>
            <p:nvPr/>
          </p:nvSpPr>
          <p:spPr>
            <a:xfrm>
              <a:off x="602297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9" name="矩形 149">
              <a:extLst>
                <a:ext uri="{FF2B5EF4-FFF2-40B4-BE49-F238E27FC236}">
                  <a16:creationId xmlns:a16="http://schemas.microsoft.com/office/drawing/2014/main" id="{105CD792-E27B-35BB-6F5B-24EB06EC0DB7}"/>
                </a:ext>
              </a:extLst>
            </p:cNvPr>
            <p:cNvSpPr/>
            <p:nvPr/>
          </p:nvSpPr>
          <p:spPr>
            <a:xfrm>
              <a:off x="620331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0" name="矩形 150">
              <a:extLst>
                <a:ext uri="{FF2B5EF4-FFF2-40B4-BE49-F238E27FC236}">
                  <a16:creationId xmlns:a16="http://schemas.microsoft.com/office/drawing/2014/main" id="{2D5980D0-0E41-78BA-88A4-C0B2A384526C}"/>
                </a:ext>
              </a:extLst>
            </p:cNvPr>
            <p:cNvSpPr/>
            <p:nvPr/>
          </p:nvSpPr>
          <p:spPr>
            <a:xfrm>
              <a:off x="638302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1" name="矩形 151">
              <a:extLst>
                <a:ext uri="{FF2B5EF4-FFF2-40B4-BE49-F238E27FC236}">
                  <a16:creationId xmlns:a16="http://schemas.microsoft.com/office/drawing/2014/main" id="{461A5857-4CF5-9BF3-1D92-8E7852312B0C}"/>
                </a:ext>
              </a:extLst>
            </p:cNvPr>
            <p:cNvSpPr/>
            <p:nvPr/>
          </p:nvSpPr>
          <p:spPr>
            <a:xfrm>
              <a:off x="656336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2" name="矩形 152">
              <a:extLst>
                <a:ext uri="{FF2B5EF4-FFF2-40B4-BE49-F238E27FC236}">
                  <a16:creationId xmlns:a16="http://schemas.microsoft.com/office/drawing/2014/main" id="{038F2D02-E8FA-68D4-30B1-32364B53D8EF}"/>
                </a:ext>
              </a:extLst>
            </p:cNvPr>
            <p:cNvSpPr/>
            <p:nvPr/>
          </p:nvSpPr>
          <p:spPr>
            <a:xfrm>
              <a:off x="602297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3" name="矩形 153">
              <a:extLst>
                <a:ext uri="{FF2B5EF4-FFF2-40B4-BE49-F238E27FC236}">
                  <a16:creationId xmlns:a16="http://schemas.microsoft.com/office/drawing/2014/main" id="{E1427355-47E9-FEDD-9637-907CFC21C093}"/>
                </a:ext>
              </a:extLst>
            </p:cNvPr>
            <p:cNvSpPr/>
            <p:nvPr/>
          </p:nvSpPr>
          <p:spPr>
            <a:xfrm>
              <a:off x="620331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4" name="矩形 154">
              <a:extLst>
                <a:ext uri="{FF2B5EF4-FFF2-40B4-BE49-F238E27FC236}">
                  <a16:creationId xmlns:a16="http://schemas.microsoft.com/office/drawing/2014/main" id="{3631A3BE-B8A0-B38A-C762-919811C83CBA}"/>
                </a:ext>
              </a:extLst>
            </p:cNvPr>
            <p:cNvSpPr/>
            <p:nvPr/>
          </p:nvSpPr>
          <p:spPr>
            <a:xfrm>
              <a:off x="638302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5" name="矩形 155">
              <a:extLst>
                <a:ext uri="{FF2B5EF4-FFF2-40B4-BE49-F238E27FC236}">
                  <a16:creationId xmlns:a16="http://schemas.microsoft.com/office/drawing/2014/main" id="{30A0A354-9777-1213-67FE-40BDD5232C58}"/>
                </a:ext>
              </a:extLst>
            </p:cNvPr>
            <p:cNvSpPr/>
            <p:nvPr/>
          </p:nvSpPr>
          <p:spPr>
            <a:xfrm>
              <a:off x="656336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6" name="矩形 156">
              <a:extLst>
                <a:ext uri="{FF2B5EF4-FFF2-40B4-BE49-F238E27FC236}">
                  <a16:creationId xmlns:a16="http://schemas.microsoft.com/office/drawing/2014/main" id="{9D807A1C-D4B0-1993-F859-5EE12F552C8B}"/>
                </a:ext>
              </a:extLst>
            </p:cNvPr>
            <p:cNvSpPr/>
            <p:nvPr/>
          </p:nvSpPr>
          <p:spPr>
            <a:xfrm>
              <a:off x="6743065" y="196659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7" name="矩形 157">
              <a:extLst>
                <a:ext uri="{FF2B5EF4-FFF2-40B4-BE49-F238E27FC236}">
                  <a16:creationId xmlns:a16="http://schemas.microsoft.com/office/drawing/2014/main" id="{02EF528C-9003-73AB-B0EE-F41997E9EE50}"/>
                </a:ext>
              </a:extLst>
            </p:cNvPr>
            <p:cNvSpPr/>
            <p:nvPr/>
          </p:nvSpPr>
          <p:spPr>
            <a:xfrm>
              <a:off x="6923405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8" name="矩形 158">
              <a:extLst>
                <a:ext uri="{FF2B5EF4-FFF2-40B4-BE49-F238E27FC236}">
                  <a16:creationId xmlns:a16="http://schemas.microsoft.com/office/drawing/2014/main" id="{87606466-837C-5CF5-C602-E22948BB1212}"/>
                </a:ext>
              </a:extLst>
            </p:cNvPr>
            <p:cNvSpPr/>
            <p:nvPr/>
          </p:nvSpPr>
          <p:spPr>
            <a:xfrm>
              <a:off x="710311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9" name="矩形 159">
              <a:extLst>
                <a:ext uri="{FF2B5EF4-FFF2-40B4-BE49-F238E27FC236}">
                  <a16:creationId xmlns:a16="http://schemas.microsoft.com/office/drawing/2014/main" id="{FE4D7CB4-A5EB-1712-3903-59AA46BBD3A4}"/>
                </a:ext>
              </a:extLst>
            </p:cNvPr>
            <p:cNvSpPr/>
            <p:nvPr/>
          </p:nvSpPr>
          <p:spPr>
            <a:xfrm>
              <a:off x="7283450" y="196659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0" name="矩形 160">
              <a:extLst>
                <a:ext uri="{FF2B5EF4-FFF2-40B4-BE49-F238E27FC236}">
                  <a16:creationId xmlns:a16="http://schemas.microsoft.com/office/drawing/2014/main" id="{D2039308-225A-5B20-7364-1173BFB7E23C}"/>
                </a:ext>
              </a:extLst>
            </p:cNvPr>
            <p:cNvSpPr/>
            <p:nvPr/>
          </p:nvSpPr>
          <p:spPr>
            <a:xfrm>
              <a:off x="6743065" y="214693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1" name="矩形 161">
              <a:extLst>
                <a:ext uri="{FF2B5EF4-FFF2-40B4-BE49-F238E27FC236}">
                  <a16:creationId xmlns:a16="http://schemas.microsoft.com/office/drawing/2014/main" id="{2C2A45C6-782C-178D-4BA7-C2F28CAE8B50}"/>
                </a:ext>
              </a:extLst>
            </p:cNvPr>
            <p:cNvSpPr/>
            <p:nvPr/>
          </p:nvSpPr>
          <p:spPr>
            <a:xfrm>
              <a:off x="6923405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2" name="矩形 162">
              <a:extLst>
                <a:ext uri="{FF2B5EF4-FFF2-40B4-BE49-F238E27FC236}">
                  <a16:creationId xmlns:a16="http://schemas.microsoft.com/office/drawing/2014/main" id="{FD19E8E4-92BB-0D3B-0062-E0AAC5D06E58}"/>
                </a:ext>
              </a:extLst>
            </p:cNvPr>
            <p:cNvSpPr/>
            <p:nvPr/>
          </p:nvSpPr>
          <p:spPr>
            <a:xfrm>
              <a:off x="710311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3" name="矩形 163">
              <a:extLst>
                <a:ext uri="{FF2B5EF4-FFF2-40B4-BE49-F238E27FC236}">
                  <a16:creationId xmlns:a16="http://schemas.microsoft.com/office/drawing/2014/main" id="{1B54AEB8-03D8-66A1-C3E8-E7169A1FE78A}"/>
                </a:ext>
              </a:extLst>
            </p:cNvPr>
            <p:cNvSpPr/>
            <p:nvPr/>
          </p:nvSpPr>
          <p:spPr>
            <a:xfrm>
              <a:off x="7283450" y="214693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4" name="矩形 164">
              <a:extLst>
                <a:ext uri="{FF2B5EF4-FFF2-40B4-BE49-F238E27FC236}">
                  <a16:creationId xmlns:a16="http://schemas.microsoft.com/office/drawing/2014/main" id="{2F7C1AF4-69D4-4B41-E559-41932087EEFE}"/>
                </a:ext>
              </a:extLst>
            </p:cNvPr>
            <p:cNvSpPr/>
            <p:nvPr/>
          </p:nvSpPr>
          <p:spPr>
            <a:xfrm>
              <a:off x="6743065" y="232664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5" name="矩形 165">
              <a:extLst>
                <a:ext uri="{FF2B5EF4-FFF2-40B4-BE49-F238E27FC236}">
                  <a16:creationId xmlns:a16="http://schemas.microsoft.com/office/drawing/2014/main" id="{B0AE59BA-59D6-8EBE-3DF4-70CD09A0012C}"/>
                </a:ext>
              </a:extLst>
            </p:cNvPr>
            <p:cNvSpPr/>
            <p:nvPr/>
          </p:nvSpPr>
          <p:spPr>
            <a:xfrm>
              <a:off x="6923405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6" name="矩形 166">
              <a:extLst>
                <a:ext uri="{FF2B5EF4-FFF2-40B4-BE49-F238E27FC236}">
                  <a16:creationId xmlns:a16="http://schemas.microsoft.com/office/drawing/2014/main" id="{BCC27F1F-D727-E768-28CC-7568375AF5BB}"/>
                </a:ext>
              </a:extLst>
            </p:cNvPr>
            <p:cNvSpPr/>
            <p:nvPr/>
          </p:nvSpPr>
          <p:spPr>
            <a:xfrm>
              <a:off x="710311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7" name="矩形 167">
              <a:extLst>
                <a:ext uri="{FF2B5EF4-FFF2-40B4-BE49-F238E27FC236}">
                  <a16:creationId xmlns:a16="http://schemas.microsoft.com/office/drawing/2014/main" id="{E3E96831-34B4-B18C-3E4C-37C5FDFBC932}"/>
                </a:ext>
              </a:extLst>
            </p:cNvPr>
            <p:cNvSpPr/>
            <p:nvPr/>
          </p:nvSpPr>
          <p:spPr>
            <a:xfrm>
              <a:off x="7283450" y="232664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8" name="矩形 168">
              <a:extLst>
                <a:ext uri="{FF2B5EF4-FFF2-40B4-BE49-F238E27FC236}">
                  <a16:creationId xmlns:a16="http://schemas.microsoft.com/office/drawing/2014/main" id="{92DD92FE-52D5-C675-2FE4-545B0F66545D}"/>
                </a:ext>
              </a:extLst>
            </p:cNvPr>
            <p:cNvSpPr/>
            <p:nvPr/>
          </p:nvSpPr>
          <p:spPr>
            <a:xfrm>
              <a:off x="6743065" y="250698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矩形 169">
              <a:extLst>
                <a:ext uri="{FF2B5EF4-FFF2-40B4-BE49-F238E27FC236}">
                  <a16:creationId xmlns:a16="http://schemas.microsoft.com/office/drawing/2014/main" id="{9ACBCE69-8FD9-3C52-3B3C-57F1EF39BF7B}"/>
                </a:ext>
              </a:extLst>
            </p:cNvPr>
            <p:cNvSpPr/>
            <p:nvPr/>
          </p:nvSpPr>
          <p:spPr>
            <a:xfrm>
              <a:off x="6923405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0" name="矩形 170">
              <a:extLst>
                <a:ext uri="{FF2B5EF4-FFF2-40B4-BE49-F238E27FC236}">
                  <a16:creationId xmlns:a16="http://schemas.microsoft.com/office/drawing/2014/main" id="{6417BE85-18A9-406C-5045-9CDF3595083F}"/>
                </a:ext>
              </a:extLst>
            </p:cNvPr>
            <p:cNvSpPr/>
            <p:nvPr/>
          </p:nvSpPr>
          <p:spPr>
            <a:xfrm>
              <a:off x="710311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1" name="矩形 171">
              <a:extLst>
                <a:ext uri="{FF2B5EF4-FFF2-40B4-BE49-F238E27FC236}">
                  <a16:creationId xmlns:a16="http://schemas.microsoft.com/office/drawing/2014/main" id="{1A8CA816-DFA8-2AB5-3076-4D6841CFF857}"/>
                </a:ext>
              </a:extLst>
            </p:cNvPr>
            <p:cNvSpPr/>
            <p:nvPr/>
          </p:nvSpPr>
          <p:spPr>
            <a:xfrm>
              <a:off x="7283450" y="250698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2" name="矩形 172">
              <a:extLst>
                <a:ext uri="{FF2B5EF4-FFF2-40B4-BE49-F238E27FC236}">
                  <a16:creationId xmlns:a16="http://schemas.microsoft.com/office/drawing/2014/main" id="{6738A50E-A881-6352-59DB-9461A57547C8}"/>
                </a:ext>
              </a:extLst>
            </p:cNvPr>
            <p:cNvSpPr/>
            <p:nvPr/>
          </p:nvSpPr>
          <p:spPr>
            <a:xfrm>
              <a:off x="602297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3" name="矩形 173">
              <a:extLst>
                <a:ext uri="{FF2B5EF4-FFF2-40B4-BE49-F238E27FC236}">
                  <a16:creationId xmlns:a16="http://schemas.microsoft.com/office/drawing/2014/main" id="{D4377C86-2088-90CD-50F2-D5C7E045AB54}"/>
                </a:ext>
              </a:extLst>
            </p:cNvPr>
            <p:cNvSpPr/>
            <p:nvPr/>
          </p:nvSpPr>
          <p:spPr>
            <a:xfrm>
              <a:off x="620331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4" name="矩形 174">
              <a:extLst>
                <a:ext uri="{FF2B5EF4-FFF2-40B4-BE49-F238E27FC236}">
                  <a16:creationId xmlns:a16="http://schemas.microsoft.com/office/drawing/2014/main" id="{3A8C2EAB-D35F-5633-421B-5880B01656A4}"/>
                </a:ext>
              </a:extLst>
            </p:cNvPr>
            <p:cNvSpPr/>
            <p:nvPr/>
          </p:nvSpPr>
          <p:spPr>
            <a:xfrm>
              <a:off x="638302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5" name="矩形 175">
              <a:extLst>
                <a:ext uri="{FF2B5EF4-FFF2-40B4-BE49-F238E27FC236}">
                  <a16:creationId xmlns:a16="http://schemas.microsoft.com/office/drawing/2014/main" id="{40FEFEA5-632A-7530-658C-37C23D2C2DBD}"/>
                </a:ext>
              </a:extLst>
            </p:cNvPr>
            <p:cNvSpPr/>
            <p:nvPr/>
          </p:nvSpPr>
          <p:spPr>
            <a:xfrm>
              <a:off x="656336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6" name="矩形 176">
              <a:extLst>
                <a:ext uri="{FF2B5EF4-FFF2-40B4-BE49-F238E27FC236}">
                  <a16:creationId xmlns:a16="http://schemas.microsoft.com/office/drawing/2014/main" id="{6B6E3910-7B25-9CC4-D900-46D60175F182}"/>
                </a:ext>
              </a:extLst>
            </p:cNvPr>
            <p:cNvSpPr/>
            <p:nvPr/>
          </p:nvSpPr>
          <p:spPr>
            <a:xfrm>
              <a:off x="602297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7" name="矩形 177">
              <a:extLst>
                <a:ext uri="{FF2B5EF4-FFF2-40B4-BE49-F238E27FC236}">
                  <a16:creationId xmlns:a16="http://schemas.microsoft.com/office/drawing/2014/main" id="{D49B3400-64EA-08F0-E456-61E1AC62849E}"/>
                </a:ext>
              </a:extLst>
            </p:cNvPr>
            <p:cNvSpPr/>
            <p:nvPr/>
          </p:nvSpPr>
          <p:spPr>
            <a:xfrm>
              <a:off x="620331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8" name="矩形 178">
              <a:extLst>
                <a:ext uri="{FF2B5EF4-FFF2-40B4-BE49-F238E27FC236}">
                  <a16:creationId xmlns:a16="http://schemas.microsoft.com/office/drawing/2014/main" id="{3FDA4F68-2542-7FCC-E1F5-B1D4D635DDBB}"/>
                </a:ext>
              </a:extLst>
            </p:cNvPr>
            <p:cNvSpPr/>
            <p:nvPr/>
          </p:nvSpPr>
          <p:spPr>
            <a:xfrm>
              <a:off x="638302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9" name="矩形 179">
              <a:extLst>
                <a:ext uri="{FF2B5EF4-FFF2-40B4-BE49-F238E27FC236}">
                  <a16:creationId xmlns:a16="http://schemas.microsoft.com/office/drawing/2014/main" id="{C1B9D34E-6FDD-E420-E8C7-2F83AE07A1DA}"/>
                </a:ext>
              </a:extLst>
            </p:cNvPr>
            <p:cNvSpPr/>
            <p:nvPr/>
          </p:nvSpPr>
          <p:spPr>
            <a:xfrm>
              <a:off x="656336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0" name="矩形 180">
              <a:extLst>
                <a:ext uri="{FF2B5EF4-FFF2-40B4-BE49-F238E27FC236}">
                  <a16:creationId xmlns:a16="http://schemas.microsoft.com/office/drawing/2014/main" id="{E9EDF659-8A48-4F9A-B18A-B51AADDC35E8}"/>
                </a:ext>
              </a:extLst>
            </p:cNvPr>
            <p:cNvSpPr/>
            <p:nvPr/>
          </p:nvSpPr>
          <p:spPr>
            <a:xfrm>
              <a:off x="602297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1" name="矩形 181">
              <a:extLst>
                <a:ext uri="{FF2B5EF4-FFF2-40B4-BE49-F238E27FC236}">
                  <a16:creationId xmlns:a16="http://schemas.microsoft.com/office/drawing/2014/main" id="{DD1E6559-DAB1-3736-5011-5BF199A650F9}"/>
                </a:ext>
              </a:extLst>
            </p:cNvPr>
            <p:cNvSpPr/>
            <p:nvPr/>
          </p:nvSpPr>
          <p:spPr>
            <a:xfrm>
              <a:off x="620331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2" name="矩形 182">
              <a:extLst>
                <a:ext uri="{FF2B5EF4-FFF2-40B4-BE49-F238E27FC236}">
                  <a16:creationId xmlns:a16="http://schemas.microsoft.com/office/drawing/2014/main" id="{AB39A8A7-4BF6-AE42-C2FB-9422E466B1DC}"/>
                </a:ext>
              </a:extLst>
            </p:cNvPr>
            <p:cNvSpPr/>
            <p:nvPr/>
          </p:nvSpPr>
          <p:spPr>
            <a:xfrm>
              <a:off x="638302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3" name="矩形 183">
              <a:extLst>
                <a:ext uri="{FF2B5EF4-FFF2-40B4-BE49-F238E27FC236}">
                  <a16:creationId xmlns:a16="http://schemas.microsoft.com/office/drawing/2014/main" id="{33DDBA9E-2E8F-CCDA-91B8-031DC6E1CD8B}"/>
                </a:ext>
              </a:extLst>
            </p:cNvPr>
            <p:cNvSpPr/>
            <p:nvPr/>
          </p:nvSpPr>
          <p:spPr>
            <a:xfrm>
              <a:off x="656336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矩形 184">
              <a:extLst>
                <a:ext uri="{FF2B5EF4-FFF2-40B4-BE49-F238E27FC236}">
                  <a16:creationId xmlns:a16="http://schemas.microsoft.com/office/drawing/2014/main" id="{EC3FAE39-DF2A-83E3-D275-DD40DAE0437C}"/>
                </a:ext>
              </a:extLst>
            </p:cNvPr>
            <p:cNvSpPr/>
            <p:nvPr/>
          </p:nvSpPr>
          <p:spPr>
            <a:xfrm>
              <a:off x="602297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5" name="矩形 185">
              <a:extLst>
                <a:ext uri="{FF2B5EF4-FFF2-40B4-BE49-F238E27FC236}">
                  <a16:creationId xmlns:a16="http://schemas.microsoft.com/office/drawing/2014/main" id="{6E4227F0-FB4A-543D-1D1B-2B204BBB53BF}"/>
                </a:ext>
              </a:extLst>
            </p:cNvPr>
            <p:cNvSpPr/>
            <p:nvPr/>
          </p:nvSpPr>
          <p:spPr>
            <a:xfrm>
              <a:off x="620331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6" name="矩形 186">
              <a:extLst>
                <a:ext uri="{FF2B5EF4-FFF2-40B4-BE49-F238E27FC236}">
                  <a16:creationId xmlns:a16="http://schemas.microsoft.com/office/drawing/2014/main" id="{63B1FBEA-EA8C-0D4D-36C5-B52E61BF77F4}"/>
                </a:ext>
              </a:extLst>
            </p:cNvPr>
            <p:cNvSpPr/>
            <p:nvPr/>
          </p:nvSpPr>
          <p:spPr>
            <a:xfrm>
              <a:off x="638302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7" name="矩形 187">
              <a:extLst>
                <a:ext uri="{FF2B5EF4-FFF2-40B4-BE49-F238E27FC236}">
                  <a16:creationId xmlns:a16="http://schemas.microsoft.com/office/drawing/2014/main" id="{85083604-D64A-2A64-77C0-347319FDF5CC}"/>
                </a:ext>
              </a:extLst>
            </p:cNvPr>
            <p:cNvSpPr/>
            <p:nvPr/>
          </p:nvSpPr>
          <p:spPr>
            <a:xfrm>
              <a:off x="656336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8" name="矩形 188">
              <a:extLst>
                <a:ext uri="{FF2B5EF4-FFF2-40B4-BE49-F238E27FC236}">
                  <a16:creationId xmlns:a16="http://schemas.microsoft.com/office/drawing/2014/main" id="{2B83AC48-BEF4-29C3-C706-ADD3713CEBD2}"/>
                </a:ext>
              </a:extLst>
            </p:cNvPr>
            <p:cNvSpPr/>
            <p:nvPr/>
          </p:nvSpPr>
          <p:spPr>
            <a:xfrm>
              <a:off x="6743065" y="268668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9" name="矩形 189">
              <a:extLst>
                <a:ext uri="{FF2B5EF4-FFF2-40B4-BE49-F238E27FC236}">
                  <a16:creationId xmlns:a16="http://schemas.microsoft.com/office/drawing/2014/main" id="{AF333829-97B5-8772-CFE8-70569009F1ED}"/>
                </a:ext>
              </a:extLst>
            </p:cNvPr>
            <p:cNvSpPr/>
            <p:nvPr/>
          </p:nvSpPr>
          <p:spPr>
            <a:xfrm>
              <a:off x="6923405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0" name="矩形 190">
              <a:extLst>
                <a:ext uri="{FF2B5EF4-FFF2-40B4-BE49-F238E27FC236}">
                  <a16:creationId xmlns:a16="http://schemas.microsoft.com/office/drawing/2014/main" id="{F883CA51-2A18-618B-27E6-BA6B4E5E0725}"/>
                </a:ext>
              </a:extLst>
            </p:cNvPr>
            <p:cNvSpPr/>
            <p:nvPr/>
          </p:nvSpPr>
          <p:spPr>
            <a:xfrm>
              <a:off x="710311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1" name="矩形 191">
              <a:extLst>
                <a:ext uri="{FF2B5EF4-FFF2-40B4-BE49-F238E27FC236}">
                  <a16:creationId xmlns:a16="http://schemas.microsoft.com/office/drawing/2014/main" id="{FB532B9D-7CD1-365F-D4D0-6181CC007C3B}"/>
                </a:ext>
              </a:extLst>
            </p:cNvPr>
            <p:cNvSpPr/>
            <p:nvPr/>
          </p:nvSpPr>
          <p:spPr>
            <a:xfrm>
              <a:off x="7283450" y="268668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2" name="矩形 192">
              <a:extLst>
                <a:ext uri="{FF2B5EF4-FFF2-40B4-BE49-F238E27FC236}">
                  <a16:creationId xmlns:a16="http://schemas.microsoft.com/office/drawing/2014/main" id="{9FC5086E-004E-15B5-DB25-7A95C4848F50}"/>
                </a:ext>
              </a:extLst>
            </p:cNvPr>
            <p:cNvSpPr/>
            <p:nvPr/>
          </p:nvSpPr>
          <p:spPr>
            <a:xfrm>
              <a:off x="6743065" y="2867025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3" name="矩形 193">
              <a:extLst>
                <a:ext uri="{FF2B5EF4-FFF2-40B4-BE49-F238E27FC236}">
                  <a16:creationId xmlns:a16="http://schemas.microsoft.com/office/drawing/2014/main" id="{C64C1D38-C8AB-CB44-3BB7-7DFE0D10471C}"/>
                </a:ext>
              </a:extLst>
            </p:cNvPr>
            <p:cNvSpPr/>
            <p:nvPr/>
          </p:nvSpPr>
          <p:spPr>
            <a:xfrm>
              <a:off x="6923405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4" name="矩形 194">
              <a:extLst>
                <a:ext uri="{FF2B5EF4-FFF2-40B4-BE49-F238E27FC236}">
                  <a16:creationId xmlns:a16="http://schemas.microsoft.com/office/drawing/2014/main" id="{81739BA0-2A5A-5167-0ABE-799556D31310}"/>
                </a:ext>
              </a:extLst>
            </p:cNvPr>
            <p:cNvSpPr/>
            <p:nvPr/>
          </p:nvSpPr>
          <p:spPr>
            <a:xfrm>
              <a:off x="710311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5" name="矩形 195">
              <a:extLst>
                <a:ext uri="{FF2B5EF4-FFF2-40B4-BE49-F238E27FC236}">
                  <a16:creationId xmlns:a16="http://schemas.microsoft.com/office/drawing/2014/main" id="{130CBB9E-3A35-C755-0EA4-12BFD1A71CE4}"/>
                </a:ext>
              </a:extLst>
            </p:cNvPr>
            <p:cNvSpPr/>
            <p:nvPr/>
          </p:nvSpPr>
          <p:spPr>
            <a:xfrm>
              <a:off x="7283450" y="2867025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6" name="矩形 196">
              <a:extLst>
                <a:ext uri="{FF2B5EF4-FFF2-40B4-BE49-F238E27FC236}">
                  <a16:creationId xmlns:a16="http://schemas.microsoft.com/office/drawing/2014/main" id="{30573E23-57B0-1CDB-6706-6CBC957B6CB6}"/>
                </a:ext>
              </a:extLst>
            </p:cNvPr>
            <p:cNvSpPr/>
            <p:nvPr/>
          </p:nvSpPr>
          <p:spPr>
            <a:xfrm>
              <a:off x="6743065" y="304673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7" name="矩形 197">
              <a:extLst>
                <a:ext uri="{FF2B5EF4-FFF2-40B4-BE49-F238E27FC236}">
                  <a16:creationId xmlns:a16="http://schemas.microsoft.com/office/drawing/2014/main" id="{7F3D602A-866A-68C3-145F-95D32A315C83}"/>
                </a:ext>
              </a:extLst>
            </p:cNvPr>
            <p:cNvSpPr/>
            <p:nvPr/>
          </p:nvSpPr>
          <p:spPr>
            <a:xfrm>
              <a:off x="6923405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矩形 198">
              <a:extLst>
                <a:ext uri="{FF2B5EF4-FFF2-40B4-BE49-F238E27FC236}">
                  <a16:creationId xmlns:a16="http://schemas.microsoft.com/office/drawing/2014/main" id="{DFC51451-6F6E-1D7B-B3ED-CF84E6BE0741}"/>
                </a:ext>
              </a:extLst>
            </p:cNvPr>
            <p:cNvSpPr/>
            <p:nvPr/>
          </p:nvSpPr>
          <p:spPr>
            <a:xfrm>
              <a:off x="710311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矩形 199">
              <a:extLst>
                <a:ext uri="{FF2B5EF4-FFF2-40B4-BE49-F238E27FC236}">
                  <a16:creationId xmlns:a16="http://schemas.microsoft.com/office/drawing/2014/main" id="{9855F06D-C7DD-BDCB-684E-B0E0DA28528C}"/>
                </a:ext>
              </a:extLst>
            </p:cNvPr>
            <p:cNvSpPr/>
            <p:nvPr/>
          </p:nvSpPr>
          <p:spPr>
            <a:xfrm>
              <a:off x="7283450" y="304673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0" name="矩形 200">
              <a:extLst>
                <a:ext uri="{FF2B5EF4-FFF2-40B4-BE49-F238E27FC236}">
                  <a16:creationId xmlns:a16="http://schemas.microsoft.com/office/drawing/2014/main" id="{15228767-6771-887C-0F12-C4A903B76CB3}"/>
                </a:ext>
              </a:extLst>
            </p:cNvPr>
            <p:cNvSpPr/>
            <p:nvPr/>
          </p:nvSpPr>
          <p:spPr>
            <a:xfrm>
              <a:off x="6743065" y="3227070"/>
              <a:ext cx="180340" cy="18034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1" name="矩形 201">
              <a:extLst>
                <a:ext uri="{FF2B5EF4-FFF2-40B4-BE49-F238E27FC236}">
                  <a16:creationId xmlns:a16="http://schemas.microsoft.com/office/drawing/2014/main" id="{B2FA3A14-92AF-0A41-9939-4C187612BC3A}"/>
                </a:ext>
              </a:extLst>
            </p:cNvPr>
            <p:cNvSpPr/>
            <p:nvPr/>
          </p:nvSpPr>
          <p:spPr>
            <a:xfrm>
              <a:off x="6923405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2" name="矩形 202">
              <a:extLst>
                <a:ext uri="{FF2B5EF4-FFF2-40B4-BE49-F238E27FC236}">
                  <a16:creationId xmlns:a16="http://schemas.microsoft.com/office/drawing/2014/main" id="{6D2383C0-EAD3-BE77-A55A-D0A61ED58BBE}"/>
                </a:ext>
              </a:extLst>
            </p:cNvPr>
            <p:cNvSpPr/>
            <p:nvPr/>
          </p:nvSpPr>
          <p:spPr>
            <a:xfrm>
              <a:off x="710311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3" name="矩形 203">
              <a:extLst>
                <a:ext uri="{FF2B5EF4-FFF2-40B4-BE49-F238E27FC236}">
                  <a16:creationId xmlns:a16="http://schemas.microsoft.com/office/drawing/2014/main" id="{23FB1104-9C44-3868-A89F-4BFDF2D2453D}"/>
                </a:ext>
              </a:extLst>
            </p:cNvPr>
            <p:cNvSpPr/>
            <p:nvPr/>
          </p:nvSpPr>
          <p:spPr>
            <a:xfrm>
              <a:off x="7283450" y="3227070"/>
              <a:ext cx="180340" cy="180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4" name="矩形 204">
              <a:extLst>
                <a:ext uri="{FF2B5EF4-FFF2-40B4-BE49-F238E27FC236}">
                  <a16:creationId xmlns:a16="http://schemas.microsoft.com/office/drawing/2014/main" id="{79ADCEFF-16D3-1014-953B-6F8575FCE39D}"/>
                </a:ext>
              </a:extLst>
            </p:cNvPr>
            <p:cNvSpPr/>
            <p:nvPr/>
          </p:nvSpPr>
          <p:spPr>
            <a:xfrm>
              <a:off x="6031865" y="1966595"/>
              <a:ext cx="1440180" cy="14401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5156" rIns="105156" tIns="52578" bIns="52578"/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15" name="组合 205">
              <a:extLst>
                <a:ext uri="{FF2B5EF4-FFF2-40B4-BE49-F238E27FC236}">
                  <a16:creationId xmlns:a16="http://schemas.microsoft.com/office/drawing/2014/main" id="{F28912A5-6BD4-9FA3-F6D6-D9D64D780D3B}"/>
                </a:ext>
              </a:extLst>
            </p:cNvPr>
            <p:cNvGrpSpPr/>
            <p:nvPr/>
          </p:nvGrpSpPr>
          <p:grpSpPr>
            <a:xfrm>
              <a:off x="5874385" y="1813560"/>
              <a:ext cx="306070" cy="306070"/>
              <a:chOff x="1716741" y="1106108"/>
              <a:chExt cx="306000" cy="306000"/>
            </a:xfrm>
          </p:grpSpPr>
          <p:sp>
            <p:nvSpPr>
              <p:cNvPr id="216" name="椭圆 206">
                <a:extLst>
                  <a:ext uri="{FF2B5EF4-FFF2-40B4-BE49-F238E27FC236}">
                    <a16:creationId xmlns:a16="http://schemas.microsoft.com/office/drawing/2014/main" id="{AF6D8163-FC05-2467-4299-9AFD14FF34DE}"/>
                  </a:ext>
                </a:extLst>
              </p:cNvPr>
              <p:cNvSpPr/>
              <p:nvPr/>
            </p:nvSpPr>
            <p:spPr>
              <a:xfrm>
                <a:off x="1716741" y="1106108"/>
                <a:ext cx="306000" cy="30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105156" rIns="105156" tIns="52578" bIns="52578"/>
              <a:lstStyle>
                <a:defPPr>
                  <a:defRPr lang="zh-CN"/>
                </a:defPPr>
                <a:lvl1pPr marL="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578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5156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7734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03120" algn="l" defTabSz="105156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0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07">
                    <a:extLst>
                      <a:ext uri="{FF2B5EF4-FFF2-40B4-BE49-F238E27FC236}">
                        <a16:creationId xmlns:a16="http://schemas.microsoft.com/office/drawing/2014/main" id="{C5E71C2B-18E9-6976-8998-A10EF6AE04A3}"/>
                      </a:ext>
                    </a:extLst>
                  </p:cNvPr>
                  <p:cNvSpPr txBox="1"/>
                  <p:nvPr/>
                </p:nvSpPr>
                <p:spPr>
                  <a:xfrm>
                    <a:off x="1783179" y="1151386"/>
                    <a:ext cx="17312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zh-CN"/>
                    </a:defPPr>
                    <a:lvl1pPr marL="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52578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05156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57734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103120" algn="l" defTabSz="105156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07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>
                          <m:r>
                            <a:rPr lang="en-US" altLang="zh-CN" sz="161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 sz="1610">
                      <a:solidFill>
                        <a:schemeClr val="bg1"/>
                      </a:solidFill>
                    </a:endParaRPr>
                  </a:p>
                </p:txBody>
              </p:sp>
            </mc:Choice>
          </mc:AlternateContent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54页"/>
          <p:cNvGrpSpPr/>
          <p:nvPr/>
        </p:nvGrpSpPr>
        <p:grpSpPr>
          <a:xfrm>
            <a:off x="3103690" y="2133600"/>
            <a:ext cx="5984621" cy="4076700"/>
            <a:chOff x="2528728" y="1674018"/>
            <a:chExt cx="7134225" cy="4859806"/>
          </a:xfrm>
        </p:grpSpPr>
        <p:pic>
          <p:nvPicPr>
            <p:cNvPr id="14" name="图片 7">
              <a:extLst>
                <a:ext uri="{FF2B5EF4-FFF2-40B4-BE49-F238E27FC236}">
                  <a16:creationId xmlns:a16="http://schemas.microsoft.com/office/drawing/2014/main" id="{B4898FA5-EFD8-FF40-8396-1733FE31DCF2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528728" y="1674018"/>
              <a:ext cx="7134225" cy="3509963"/>
            </a:xfrm>
            <a:prstGeom prst="rect">
              <a:avLst/>
            </a:prstGeom>
          </p:spPr>
        </p:pic>
        <p:sp>
          <p:nvSpPr>
            <p:cNvPr id="15" name="文本框 9">
              <a:extLst>
                <a:ext uri="{FF2B5EF4-FFF2-40B4-BE49-F238E27FC236}">
                  <a16:creationId xmlns:a16="http://schemas.microsoft.com/office/drawing/2014/main" id="{126EF120-253C-5011-1122-F2D63C70208F}"/>
                </a:ext>
              </a:extLst>
            </p:cNvPr>
            <p:cNvSpPr txBox="1"/>
            <p:nvPr/>
          </p:nvSpPr>
          <p:spPr>
            <a:xfrm>
              <a:off x="3047841" y="5980739"/>
              <a:ext cx="6096000" cy="553085"/>
            </a:xfrm>
            <a:prstGeom prst="rect">
              <a:avLst/>
            </a:prstGeom>
            <a:noFill/>
          </p:spPr>
          <p:txBody>
            <a:bodyPr wrap="square" rtlCol="0" anchor="t" lIns="76705" rIns="76705" tIns="38353" bIns="38353">
              <a:spAutoFit/>
            </a:bodyPr>
            <a:lstStyle>
              <a:defPPr>
                <a:defRPr lang="zh-CN"/>
              </a:defPPr>
              <a:lvl1pPr marL="0" algn="l" defTabSz="767054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3527" algn="l" defTabSz="767054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7054" algn="l" defTabSz="767054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50581" algn="l" defTabSz="767054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4108" algn="l" defTabSz="767054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buClrTx/>
                <a:buSzTx/>
                <a:buNone/>
              </a:pPr>
              <a:r>
                <a:rPr lang="en-US" altLang="zh-CN" sz="839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图片源自</a:t>
              </a:r>
              <a:r>
                <a:rPr lang="en-US" altLang="zh-CN" sz="839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@inproceedings{dao2023flashattention2, title={Flash{A}ttention-2: Faster Attention with Better Parallelism and Work Partitioning}, author={Dao, Tri}, </a:t>
              </a:r>
              <a:r>
                <a:rPr lang="en-US" altLang="zh-CN" sz="839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booktitle</a:t>
              </a:r>
              <a:r>
                <a:rPr lang="en-US" altLang="zh-CN" sz="839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={International Conference on Learning Representations (ICLR)}, year={2024}}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55页"/>
          <p:cNvGrpSpPr/>
          <p:nvPr/>
        </p:nvGrpSpPr>
        <p:grpSpPr>
          <a:xfrm>
            <a:off x="3256529" y="2133600"/>
            <a:ext cx="5678942" cy="4076700"/>
            <a:chOff x="2216785" y="964565"/>
            <a:chExt cx="7758113" cy="5569259"/>
          </a:xfrm>
        </p:grpSpPr>
        <p:sp>
          <p:nvSpPr>
            <p:cNvPr id="14" name="文本框 4">
              <a:extLst>
                <a:ext uri="{FF2B5EF4-FFF2-40B4-BE49-F238E27FC236}">
                  <a16:creationId xmlns:a16="http://schemas.microsoft.com/office/drawing/2014/main" id="{2FEC1652-FEB9-84A0-5C80-9D96F5E9A231}"/>
                </a:ext>
              </a:extLst>
            </p:cNvPr>
            <p:cNvSpPr txBox="1"/>
            <p:nvPr/>
          </p:nvSpPr>
          <p:spPr>
            <a:xfrm>
              <a:off x="3047841" y="5980739"/>
              <a:ext cx="6096000" cy="553085"/>
            </a:xfrm>
            <a:prstGeom prst="rect">
              <a:avLst/>
            </a:prstGeom>
            <a:noFill/>
          </p:spPr>
          <p:txBody>
            <a:bodyPr wrap="square" rtlCol="0" anchor="t" lIns="66934" rIns="66934" tIns="33467" bIns="33467">
              <a:spAutoFit/>
            </a:bodyPr>
            <a:lstStyle>
              <a:defPPr>
                <a:defRPr lang="zh-CN"/>
              </a:defPPr>
              <a:lvl1pPr marL="0" algn="l" defTabSz="669341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4671" algn="l" defTabSz="669341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69341" algn="l" defTabSz="669341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4012" algn="l" defTabSz="669341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38682" algn="l" defTabSz="669341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buClrTx/>
                <a:buSzTx/>
                <a:buNone/>
              </a:pPr>
              <a:r>
                <a:rPr lang="en-US" altLang="zh-CN" sz="732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图片源自</a:t>
              </a:r>
              <a:r>
                <a:rPr lang="en-US" altLang="zh-CN" sz="732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@inproceedings{dao2023flashattention2, title={Flash{A}ttention-2: Faster Attention with Better Parallelism and Work Partitioning}, author={Dao, Tri}, </a:t>
              </a:r>
              <a:r>
                <a:rPr lang="en-US" altLang="zh-CN" sz="732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booktitle</a:t>
              </a:r>
              <a:r>
                <a:rPr lang="en-US" altLang="zh-CN" sz="732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={International Conference on Learning Representations (ICLR)}, year={2024}}</a:t>
              </a:r>
            </a:p>
          </p:txBody>
        </p:sp>
        <p:pic>
          <p:nvPicPr>
            <p:cNvPr id="15" name="图片 5">
              <a:extLst>
                <a:ext uri="{FF2B5EF4-FFF2-40B4-BE49-F238E27FC236}">
                  <a16:creationId xmlns:a16="http://schemas.microsoft.com/office/drawing/2014/main" id="{1023ADD4-25DC-0C1E-3159-B8F50C12418C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216785" y="964565"/>
              <a:ext cx="7758113" cy="49291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的九齿实现（排布）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56页"/>
          <p:cNvGrpSpPr/>
          <p:nvPr/>
        </p:nvGrpSpPr>
        <p:grpSpPr>
          <a:xfrm>
            <a:off x="2890122" y="2133600"/>
            <a:ext cx="6411756" cy="4076700"/>
            <a:chOff x="2392902" y="1074509"/>
            <a:chExt cx="7406195" cy="4708981"/>
          </a:xfrm>
        </p:grpSpPr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4251BBD5-EC7F-B10C-E610-226539129C75}"/>
                </a:ext>
              </a:extLst>
            </p:cNvPr>
            <p:cNvSpPr txBox="1"/>
            <p:nvPr/>
          </p:nvSpPr>
          <p:spPr>
            <a:xfrm>
              <a:off x="2392902" y="1074509"/>
              <a:ext cx="7406195" cy="4708981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79162" rIns="79162" tIns="39581" bIns="39581">
              <a:noAutofit/>
            </a:bodyPr>
            <a:lstStyle>
              <a:defPPr>
                <a:defRPr lang="zh-CN"/>
              </a:defPPr>
              <a:lvl1pPr marL="0" algn="l" defTabSz="791622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95811" algn="l" defTabSz="791622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91622" algn="l" defTabSz="791622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33" algn="l" defTabSz="791622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83245" algn="l" defTabSz="791622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b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39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endParaRPr lang="en-US" altLang="zh-CN" sz="1039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39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arrange_q_or_o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b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endParaRPr lang="en-US" altLang="zh-CN" sz="1039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b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39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arrange_k_or_v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.expand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.dtype.dtype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1039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.dtype.dtype.squeeze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b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1039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endParaRPr lang="en-US" altLang="zh-CN" sz="1039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39"/>
              </a:pPr>
              <a:b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q_arranged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arrange_q_or_o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039"/>
              </a:pPr>
              <a:b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039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039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q_arranged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arrange_k_or_v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arrange_k_or_v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039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arrange_q_or_o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039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1039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的九齿实现（应用与整合）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57页"/>
          <p:cNvGrpSpPr/>
          <p:nvPr/>
        </p:nvGrpSpPr>
        <p:grpSpPr>
          <a:xfrm>
            <a:off x="3410429" y="2133600"/>
            <a:ext cx="5371141" cy="4076700"/>
            <a:chOff x="2605301" y="779557"/>
            <a:chExt cx="6981398" cy="5298886"/>
          </a:xfrm>
        </p:grpSpPr>
        <p:sp>
          <p:nvSpPr>
            <p:cNvPr id="14" name="文本框 4">
              <a:extLst>
                <a:ext uri="{FF2B5EF4-FFF2-40B4-BE49-F238E27FC236}">
                  <a16:creationId xmlns:a16="http://schemas.microsoft.com/office/drawing/2014/main" id="{9C3AA4BB-2D2A-687D-4CAC-3AF846E78B6C}"/>
                </a:ext>
              </a:extLst>
            </p:cNvPr>
            <p:cNvSpPr txBox="1"/>
            <p:nvPr/>
          </p:nvSpPr>
          <p:spPr>
            <a:xfrm>
              <a:off x="2605301" y="779557"/>
              <a:ext cx="6981398" cy="5298886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70349" rIns="70349" tIns="35175" bIns="35175">
              <a:noAutofit/>
            </a:bodyPr>
            <a:lstStyle>
              <a:defPPr>
                <a:defRPr lang="zh-CN"/>
              </a:defPPr>
              <a:lvl1pPr marL="0" algn="l" defTabSz="703494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1747" algn="l" defTabSz="703494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03494" algn="l" defTabSz="703494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55241" algn="l" defTabSz="703494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06988" algn="l" defTabSz="703494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8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q_loaded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1.44269504089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).to(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.zeros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]),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.full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],), 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.full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],),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float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"-inf"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923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.dot(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q_loaded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.trans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.where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].offsets(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.source.shape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float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"-inf"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.maximum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.max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.exp2(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[:, </a:t>
              </a: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l_ij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.sum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alpha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.exp2(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alpha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[:, </a:t>
              </a: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.dot(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.to(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.dtype.dtype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endParaRPr lang="en-US" altLang="zh-CN" sz="923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alpha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l_ij</a:t>
              </a:r>
              <a:endParaRPr lang="en-US" altLang="zh-CN" sz="923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/=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[:, </a:t>
              </a: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.to(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 </a:t>
              </a:r>
              <a:r>
                <a:rPr lang="en-US" altLang="zh-CN" sz="923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</a:t>
              </a:r>
              <a:r>
                <a:rPr lang="en-US" altLang="zh-CN" sz="923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noqa</a:t>
              </a:r>
              <a:r>
                <a:rPr lang="en-US" altLang="zh-CN" sz="923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: F841</a:t>
              </a:r>
              <a:endParaRPr lang="en-US" altLang="zh-CN" sz="923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shape_options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{</a:t>
              </a:r>
              <a:r>
                <a:rPr lang="en-US" altLang="zh-CN" sz="923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923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constexpr</a:t>
              </a:r>
              <a:r>
                <a:rPr lang="en-US" altLang="zh-CN" sz="923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zh-CN" sz="923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923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upper_bound</a:t>
              </a:r>
              <a:r>
                <a:rPr lang="en-US" altLang="zh-CN" sz="923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128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shape_options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shape_options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923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3"/>
              </a:pPr>
              <a:b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923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923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sz="923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make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923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923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923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58页"/>
          <p:cNvGrpSpPr/>
          <p:nvPr/>
        </p:nvGrpSpPr>
        <p:grpSpPr>
          <a:xfrm>
            <a:off x="4224566" y="2133600"/>
            <a:ext cx="3742869" cy="4076700"/>
            <a:chOff x="3575685" y="796290"/>
            <a:chExt cx="5040630" cy="549021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30C11146-3D09-DD89-9777-F3B358F7A09B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575685" y="1164590"/>
              <a:ext cx="5040630" cy="4753451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B3C995F5-92D6-9752-5584-337F341D3C4B}"/>
                </a:ext>
              </a:extLst>
            </p:cNvPr>
            <p:cNvSpPr txBox="1"/>
            <p:nvPr/>
          </p:nvSpPr>
          <p:spPr>
            <a:xfrm>
              <a:off x="3878580" y="796290"/>
              <a:ext cx="4434840" cy="368300"/>
            </a:xfrm>
            <a:prstGeom prst="rect">
              <a:avLst/>
            </a:prstGeom>
            <a:noFill/>
          </p:spPr>
          <p:txBody>
            <a:bodyPr wrap="none" rtlCol="0" anchor="ctr" anchorCtr="0" lIns="67898" rIns="67898" tIns="33949" bIns="33949">
              <a:spAutoFit/>
            </a:bodyPr>
            <a:lstStyle>
              <a:defPPr>
                <a:defRPr lang="zh-CN"/>
              </a:defPPr>
              <a:lvl1pPr marL="0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89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7897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1846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57957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q = Tensor(shape=(2, 4, 16, 8))</a:t>
              </a: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C8DFF708-3AAE-1989-9875-701A3FFC40CF}"/>
                </a:ext>
              </a:extLst>
            </p:cNvPr>
            <p:cNvSpPr txBox="1"/>
            <p:nvPr/>
          </p:nvSpPr>
          <p:spPr>
            <a:xfrm>
              <a:off x="5113020" y="5918200"/>
              <a:ext cx="1965960" cy="368300"/>
            </a:xfrm>
            <a:prstGeom prst="rect">
              <a:avLst/>
            </a:prstGeom>
            <a:noFill/>
          </p:spPr>
          <p:txBody>
            <a:bodyPr wrap="none" rtlCol="0" anchor="ctr" anchorCtr="0" lIns="67898" rIns="67898" tIns="33949" bIns="33949">
              <a:spAutoFit/>
            </a:bodyPr>
            <a:lstStyle>
              <a:defPPr>
                <a:defRPr lang="zh-CN"/>
              </a:defPPr>
              <a:lvl1pPr marL="0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89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7897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1846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57957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(2, 4, 16, 8)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59页"/>
          <p:cNvGrpSpPr/>
          <p:nvPr/>
        </p:nvGrpSpPr>
        <p:grpSpPr>
          <a:xfrm>
            <a:off x="2475732" y="2133600"/>
            <a:ext cx="7240537" cy="4076700"/>
            <a:chOff x="1884680" y="1057910"/>
            <a:chExt cx="8422481" cy="474218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2E656CE0-31BB-0DCB-EF5D-20E94FA06ED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4680" y="1426210"/>
              <a:ext cx="8422481" cy="4005263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01546AC4-2AA3-52DD-42DB-BCCDD0E22A55}"/>
                </a:ext>
              </a:extLst>
            </p:cNvPr>
            <p:cNvSpPr txBox="1"/>
            <p:nvPr/>
          </p:nvSpPr>
          <p:spPr>
            <a:xfrm>
              <a:off x="2781300" y="1057910"/>
              <a:ext cx="6629400" cy="368300"/>
            </a:xfrm>
            <a:prstGeom prst="rect">
              <a:avLst/>
            </a:prstGeom>
            <a:noFill/>
          </p:spPr>
          <p:txBody>
            <a:bodyPr wrap="none" rtlCol="0" anchor="ctr" anchorCtr="0" lIns="78608" rIns="78608" tIns="39304" bIns="39304">
              <a:spAutoFit/>
            </a:bodyPr>
            <a:lstStyle>
              <a:defPPr>
                <a:defRPr lang="zh-CN"/>
              </a:defPPr>
              <a:lvl1pPr marL="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9304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8608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7912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7216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arranged = input.tile((1, 1, BLOCK_SIZE_M, -1))</a:t>
              </a: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B995A40A-99F1-6838-FDE1-668A3749E23E}"/>
                </a:ext>
              </a:extLst>
            </p:cNvPr>
            <p:cNvSpPr txBox="1"/>
            <p:nvPr/>
          </p:nvSpPr>
          <p:spPr>
            <a:xfrm>
              <a:off x="4084320" y="5431790"/>
              <a:ext cx="4023360" cy="368300"/>
            </a:xfrm>
            <a:prstGeom prst="rect">
              <a:avLst/>
            </a:prstGeom>
            <a:noFill/>
          </p:spPr>
          <p:txBody>
            <a:bodyPr wrap="none" rtlCol="0" anchor="ctr" anchorCtr="0" lIns="78608" rIns="78608" tIns="39304" bIns="39304">
              <a:spAutoFit/>
            </a:bodyPr>
            <a:lstStyle>
              <a:defPPr>
                <a:defRPr lang="zh-CN"/>
              </a:defPPr>
              <a:lvl1pPr marL="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9304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8608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7912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7216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4, 1) -&gt; (1, 1, 4, 8)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0页"/>
          <p:cNvGrpSpPr/>
          <p:nvPr/>
        </p:nvGrpSpPr>
        <p:grpSpPr>
          <a:xfrm>
            <a:off x="2475732" y="2133600"/>
            <a:ext cx="7240537" cy="4076700"/>
            <a:chOff x="1884680" y="1057910"/>
            <a:chExt cx="8422481" cy="474218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40BC44B5-592F-664A-5E9C-7EABB38C3B7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4680" y="1426210"/>
              <a:ext cx="8422481" cy="4005263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0A03113A-DB15-8D59-167D-CE25EF454454}"/>
                </a:ext>
              </a:extLst>
            </p:cNvPr>
            <p:cNvSpPr txBox="1"/>
            <p:nvPr/>
          </p:nvSpPr>
          <p:spPr>
            <a:xfrm>
              <a:off x="4495800" y="5431790"/>
              <a:ext cx="3200400" cy="368300"/>
            </a:xfrm>
            <a:prstGeom prst="rect">
              <a:avLst/>
            </a:prstGeom>
            <a:noFill/>
          </p:spPr>
          <p:txBody>
            <a:bodyPr wrap="none" rtlCol="0" anchor="ctr" anchorCtr="0" lIns="78608" rIns="78608" tIns="39304" bIns="39304">
              <a:spAutoFit/>
            </a:bodyPr>
            <a:lstStyle>
              <a:defPPr>
                <a:defRPr lang="zh-CN"/>
              </a:defPPr>
              <a:lvl1pPr marL="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9304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8608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7912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7216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4, 1) -&gt; (4, 8)</a:t>
              </a: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EE902F73-4DB4-A02A-778E-635CC41DC316}"/>
                </a:ext>
              </a:extLst>
            </p:cNvPr>
            <p:cNvSpPr txBox="1"/>
            <p:nvPr/>
          </p:nvSpPr>
          <p:spPr>
            <a:xfrm>
              <a:off x="2781300" y="1057910"/>
              <a:ext cx="6629400" cy="368300"/>
            </a:xfrm>
            <a:prstGeom prst="rect">
              <a:avLst/>
            </a:prstGeom>
            <a:noFill/>
          </p:spPr>
          <p:txBody>
            <a:bodyPr wrap="none" rtlCol="0" anchor="ctr" anchorCtr="0" lIns="78608" rIns="78608" tIns="39304" bIns="39304">
              <a:spAutoFit/>
            </a:bodyPr>
            <a:lstStyle>
              <a:defPPr>
                <a:defRPr lang="zh-CN"/>
              </a:defPPr>
              <a:lvl1pPr marL="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9304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8608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7912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7216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arranged.dtype = arranged.dtype.squeeze((0, 1))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1页"/>
          <p:cNvGrpSpPr/>
          <p:nvPr/>
        </p:nvGrpSpPr>
        <p:grpSpPr>
          <a:xfrm>
            <a:off x="4224566" y="2133600"/>
            <a:ext cx="3742869" cy="4076700"/>
            <a:chOff x="3575685" y="796290"/>
            <a:chExt cx="5040630" cy="549021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09E41F50-A3D1-5D45-E032-CB8387F4637A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575685" y="1164590"/>
              <a:ext cx="5040630" cy="4753451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6B1880B7-8FBA-7815-A3F3-8AD96B5522D9}"/>
                </a:ext>
              </a:extLst>
            </p:cNvPr>
            <p:cNvSpPr txBox="1"/>
            <p:nvPr/>
          </p:nvSpPr>
          <p:spPr>
            <a:xfrm>
              <a:off x="3878580" y="796290"/>
              <a:ext cx="4434840" cy="368300"/>
            </a:xfrm>
            <a:prstGeom prst="rect">
              <a:avLst/>
            </a:prstGeom>
            <a:noFill/>
          </p:spPr>
          <p:txBody>
            <a:bodyPr wrap="none" rtlCol="0" anchor="ctr" anchorCtr="0" lIns="67898" rIns="67898" tIns="33949" bIns="33949">
              <a:spAutoFit/>
            </a:bodyPr>
            <a:lstStyle>
              <a:defPPr>
                <a:defRPr lang="zh-CN"/>
              </a:defPPr>
              <a:lvl1pPr marL="0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89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7897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1846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57957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k = Tensor(shape=(2, 4, 16, 8))</a:t>
              </a: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108728C8-ABC4-A2B4-0CEB-B66CC0F686E5}"/>
                </a:ext>
              </a:extLst>
            </p:cNvPr>
            <p:cNvSpPr txBox="1"/>
            <p:nvPr/>
          </p:nvSpPr>
          <p:spPr>
            <a:xfrm>
              <a:off x="5113020" y="5918200"/>
              <a:ext cx="1965960" cy="368300"/>
            </a:xfrm>
            <a:prstGeom prst="rect">
              <a:avLst/>
            </a:prstGeom>
            <a:noFill/>
          </p:spPr>
          <p:txBody>
            <a:bodyPr wrap="none" rtlCol="0" anchor="ctr" anchorCtr="0" lIns="67898" rIns="67898" tIns="33949" bIns="33949">
              <a:spAutoFit/>
            </a:bodyPr>
            <a:lstStyle>
              <a:defPPr>
                <a:defRPr lang="zh-CN"/>
              </a:defPPr>
              <a:lvl1pPr marL="0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89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7897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18468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57957" algn="l" defTabSz="678978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3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(2, 4, 16, 8)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2页"/>
          <p:cNvGrpSpPr/>
          <p:nvPr/>
        </p:nvGrpSpPr>
        <p:grpSpPr>
          <a:xfrm>
            <a:off x="2475732" y="2133600"/>
            <a:ext cx="7240537" cy="4076700"/>
            <a:chOff x="1884680" y="1057910"/>
            <a:chExt cx="8422481" cy="474218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B1253C4C-0294-E397-7CF4-6285BDE79EDC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4680" y="1426210"/>
              <a:ext cx="8422481" cy="4005263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F762172B-B756-96DD-DC17-8F6E63C2504F}"/>
                </a:ext>
              </a:extLst>
            </p:cNvPr>
            <p:cNvSpPr txBox="1"/>
            <p:nvPr/>
          </p:nvSpPr>
          <p:spPr>
            <a:xfrm>
              <a:off x="4084320" y="5431790"/>
              <a:ext cx="4023360" cy="368300"/>
            </a:xfrm>
            <a:prstGeom prst="rect">
              <a:avLst/>
            </a:prstGeom>
            <a:noFill/>
          </p:spPr>
          <p:txBody>
            <a:bodyPr wrap="none" rtlCol="0" anchor="ctr" anchorCtr="0" lIns="78608" rIns="78608" tIns="39304" bIns="39304">
              <a:spAutoFit/>
            </a:bodyPr>
            <a:lstStyle>
              <a:defPPr>
                <a:defRPr lang="zh-CN"/>
              </a:defPPr>
              <a:lvl1pPr marL="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9304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8608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7912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7216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4, 1) -&gt; (1, 1, 4, 8)</a:t>
              </a: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61D9DB83-D95C-06C8-7C25-754AAC0B0CCD}"/>
                </a:ext>
              </a:extLst>
            </p:cNvPr>
            <p:cNvSpPr txBox="1"/>
            <p:nvPr/>
          </p:nvSpPr>
          <p:spPr>
            <a:xfrm>
              <a:off x="2781300" y="1057910"/>
              <a:ext cx="6629400" cy="368300"/>
            </a:xfrm>
            <a:prstGeom prst="rect">
              <a:avLst/>
            </a:prstGeom>
            <a:noFill/>
          </p:spPr>
          <p:txBody>
            <a:bodyPr wrap="none" rtlCol="0" anchor="ctr" anchorCtr="0" lIns="78608" rIns="78608" tIns="39304" bIns="39304">
              <a:spAutoFit/>
            </a:bodyPr>
            <a:lstStyle>
              <a:defPPr>
                <a:defRPr lang="zh-CN"/>
              </a:defPPr>
              <a:lvl1pPr marL="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9304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86080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7912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72161" algn="l" defTabSz="78608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4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arranged = input</a:t>
              </a:r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.tile((1, 1, BLOCK_SIZE_N, -1))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3页"/>
          <p:cNvGrpSpPr/>
          <p:nvPr/>
        </p:nvGrpSpPr>
        <p:grpSpPr>
          <a:xfrm>
            <a:off x="1247597" y="2918476"/>
            <a:ext cx="9696807" cy="2506948"/>
            <a:chOff x="1879600" y="2339340"/>
            <a:chExt cx="8432006" cy="2179955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01B21F3A-1735-A388-7091-EAF9F5F071B7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79600" y="2707640"/>
              <a:ext cx="8432006" cy="1443038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9E03A512-E0D8-8E88-CAD4-3E20524EF563}"/>
                </a:ext>
              </a:extLst>
            </p:cNvPr>
            <p:cNvSpPr txBox="1"/>
            <p:nvPr/>
          </p:nvSpPr>
          <p:spPr>
            <a:xfrm>
              <a:off x="2987040" y="4150995"/>
              <a:ext cx="6217920" cy="368300"/>
            </a:xfrm>
            <a:prstGeom prst="rect">
              <a:avLst/>
            </a:prstGeom>
            <a:noFill/>
          </p:spPr>
          <p:txBody>
            <a:bodyPr wrap="none" rtlCol="0" anchor="ctr" anchorCtr="0" lIns="105156" rIns="105156" tIns="52578" bIns="52578">
              <a:spAutoFit/>
            </a:bodyPr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1, 1) -&gt; (1, 1, 4, 1) -&gt; (1, 1, 4, 8)</a:t>
              </a: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00397A27-BC8C-AD68-7EA5-0EF30BEC63D2}"/>
                </a:ext>
              </a:extLst>
            </p:cNvPr>
            <p:cNvSpPr txBox="1"/>
            <p:nvPr/>
          </p:nvSpPr>
          <p:spPr>
            <a:xfrm>
              <a:off x="3329940" y="2339340"/>
              <a:ext cx="5532120" cy="368300"/>
            </a:xfrm>
            <a:prstGeom prst="rect">
              <a:avLst/>
            </a:prstGeom>
            <a:noFill/>
          </p:spPr>
          <p:txBody>
            <a:bodyPr wrap="none" rtlCol="0" anchor="ctr" anchorCtr="0" lIns="105156" rIns="105156" tIns="52578" bIns="52578">
              <a:spAutoFit/>
            </a:bodyPr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arranged = </a:t>
              </a:r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aranged.tile((1, 1, -1, -1))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4页"/>
          <p:cNvGrpSpPr/>
          <p:nvPr/>
        </p:nvGrpSpPr>
        <p:grpSpPr>
          <a:xfrm>
            <a:off x="1568540" y="2133600"/>
            <a:ext cx="9054921" cy="4076700"/>
            <a:chOff x="1752600" y="1473200"/>
            <a:chExt cx="8686800" cy="3910965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8E0D41EA-D8BB-94B4-DA22-DB886FE4BDD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7855" y="1841500"/>
              <a:ext cx="8415338" cy="3174206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85558428-767D-E0AF-C208-23983ACECBC0}"/>
                </a:ext>
              </a:extLst>
            </p:cNvPr>
            <p:cNvSpPr txBox="1"/>
            <p:nvPr/>
          </p:nvSpPr>
          <p:spPr>
            <a:xfrm>
              <a:off x="2987040" y="5015865"/>
              <a:ext cx="6217920" cy="368300"/>
            </a:xfrm>
            <a:prstGeom prst="rect">
              <a:avLst/>
            </a:prstGeom>
            <a:noFill/>
          </p:spPr>
          <p:txBody>
            <a:bodyPr wrap="none" rtlCol="0" anchor="ctr" anchorCtr="0" lIns="95315" rIns="95315" tIns="47657" bIns="47657">
              <a:spAutoFit/>
            </a:bodyPr>
            <a:lstStyle>
              <a:defPPr>
                <a:defRPr lang="zh-CN"/>
              </a:defPPr>
              <a:lvl1pPr marL="0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6575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3150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9724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6299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(2, 4, 4, 1) -&gt; (1, 1, 4, 1) -&gt; (1, 1, 4, 8)</a:t>
              </a:r>
              <a:endParaRPr lang="en-US" altLang="zh-CN">
                <a:latin typeface="JetBrains Mono" panose="02000009000000000000" charset="0"/>
                <a:cs typeface="JetBrains Mono" panose="02000009000000000000" charset="0"/>
              </a:endParaRP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9A208D06-C98F-DFED-448B-CEF17087218B}"/>
                </a:ext>
              </a:extLst>
            </p:cNvPr>
            <p:cNvSpPr txBox="1"/>
            <p:nvPr/>
          </p:nvSpPr>
          <p:spPr>
            <a:xfrm>
              <a:off x="1752600" y="1473200"/>
              <a:ext cx="8686800" cy="368300"/>
            </a:xfrm>
            <a:prstGeom prst="rect">
              <a:avLst/>
            </a:prstGeom>
            <a:noFill/>
          </p:spPr>
          <p:txBody>
            <a:bodyPr wrap="none" rtlCol="0" anchor="ctr" anchorCtr="0" lIns="95315" rIns="95315" tIns="47657" bIns="47657">
              <a:spAutoFit/>
            </a:bodyPr>
            <a:lstStyle>
              <a:defPPr>
                <a:defRPr lang="zh-CN"/>
              </a:defPPr>
              <a:lvl1pPr marL="0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6575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3150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9724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6299" algn="l" defTabSz="95315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arranged = </a:t>
              </a:r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arranged.expand((-1, -1, q_arranged.shape[-2], -1))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5页"/>
          <p:cNvGrpSpPr/>
          <p:nvPr/>
        </p:nvGrpSpPr>
        <p:grpSpPr>
          <a:xfrm>
            <a:off x="1277726" y="2133600"/>
            <a:ext cx="9636547" cy="4076700"/>
            <a:chOff x="1887220" y="1648460"/>
            <a:chExt cx="8417719" cy="356108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B3DD8DF0-A0D4-E8E3-B7D3-6C377F102805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7220" y="2016760"/>
              <a:ext cx="8417719" cy="2824163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06A7E68B-7C6F-5EE1-850C-65EB149713F2}"/>
                </a:ext>
              </a:extLst>
            </p:cNvPr>
            <p:cNvSpPr txBox="1"/>
            <p:nvPr/>
          </p:nvSpPr>
          <p:spPr>
            <a:xfrm>
              <a:off x="3535680" y="4841240"/>
              <a:ext cx="5120640" cy="368300"/>
            </a:xfrm>
            <a:prstGeom prst="rect">
              <a:avLst/>
            </a:prstGeom>
            <a:noFill/>
          </p:spPr>
          <p:txBody>
            <a:bodyPr wrap="none" rtlCol="0" anchor="ctr" anchorCtr="0" lIns="104680" rIns="104680" tIns="52340" bIns="52340">
              <a:spAutoFit/>
            </a:bodyPr>
            <a:lstStyle>
              <a:defPPr>
                <a:defRPr lang="zh-CN"/>
              </a:defPPr>
              <a:lvl1pPr marL="0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33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67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01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35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(2, 4, 4, 1) -&gt; (4,) -&gt; (1, 1, 4, 8)</a:t>
              </a:r>
              <a:endParaRPr lang="en-US" altLang="zh-CN">
                <a:latin typeface="JetBrains Mono" panose="02000009000000000000" charset="0"/>
                <a:cs typeface="JetBrains Mono" panose="02000009000000000000" charset="0"/>
              </a:endParaRP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7736FFD1-7A38-66A3-31DC-50B169A2FBC5}"/>
                </a:ext>
              </a:extLst>
            </p:cNvPr>
            <p:cNvSpPr txBox="1"/>
            <p:nvPr/>
          </p:nvSpPr>
          <p:spPr>
            <a:xfrm>
              <a:off x="2575560" y="1648460"/>
              <a:ext cx="7040880" cy="368300"/>
            </a:xfrm>
            <a:prstGeom prst="rect">
              <a:avLst/>
            </a:prstGeom>
            <a:noFill/>
          </p:spPr>
          <p:txBody>
            <a:bodyPr wrap="none" rtlCol="0" anchor="ctr" anchorCtr="0" lIns="104680" rIns="104680" tIns="52340" bIns="52340">
              <a:spAutoFit/>
            </a:bodyPr>
            <a:lstStyle>
              <a:defPPr>
                <a:defRPr lang="zh-CN"/>
              </a:defPPr>
              <a:lvl1pPr marL="0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33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67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01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35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arranged.dtype = arranged.dtype.squeeze((0, 1, 3))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6页"/>
          <p:cNvGrpSpPr/>
          <p:nvPr/>
        </p:nvGrpSpPr>
        <p:grpSpPr>
          <a:xfrm>
            <a:off x="1277726" y="2133600"/>
            <a:ext cx="9636547" cy="4076700"/>
            <a:chOff x="1887220" y="1648460"/>
            <a:chExt cx="8417719" cy="356108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EC84D49A-4315-A121-AB7E-0F5FA1D5EAD7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7220" y="2016760"/>
              <a:ext cx="8417719" cy="2824163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E5C1EEE2-966B-8513-C6B2-6ADF2BC1F5DE}"/>
                </a:ext>
              </a:extLst>
            </p:cNvPr>
            <p:cNvSpPr txBox="1"/>
            <p:nvPr/>
          </p:nvSpPr>
          <p:spPr>
            <a:xfrm>
              <a:off x="3947160" y="4841240"/>
              <a:ext cx="4297680" cy="368300"/>
            </a:xfrm>
            <a:prstGeom prst="rect">
              <a:avLst/>
            </a:prstGeom>
            <a:noFill/>
          </p:spPr>
          <p:txBody>
            <a:bodyPr wrap="none" rtlCol="0" anchor="ctr" anchorCtr="0" lIns="104680" rIns="104680" tIns="52340" bIns="52340">
              <a:spAutoFit/>
            </a:bodyPr>
            <a:lstStyle>
              <a:defPPr>
                <a:defRPr lang="zh-CN"/>
              </a:defPPr>
              <a:lvl1pPr marL="0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33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67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01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35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(2, 4, 4, 1) -&gt; (4,) -&gt; (4, 8)</a:t>
              </a:r>
              <a:endParaRPr lang="en-US" altLang="zh-CN">
                <a:latin typeface="JetBrains Mono" panose="02000009000000000000" charset="0"/>
                <a:cs typeface="JetBrains Mono" panose="02000009000000000000" charset="0"/>
              </a:endParaRPr>
            </a:p>
          </p:txBody>
        </p:sp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00D94078-AE8B-29A1-7DE2-87C89F536A47}"/>
                </a:ext>
              </a:extLst>
            </p:cNvPr>
            <p:cNvSpPr txBox="1"/>
            <p:nvPr/>
          </p:nvSpPr>
          <p:spPr>
            <a:xfrm>
              <a:off x="1958340" y="1648460"/>
              <a:ext cx="8275320" cy="368300"/>
            </a:xfrm>
            <a:prstGeom prst="rect">
              <a:avLst/>
            </a:prstGeom>
            <a:noFill/>
          </p:spPr>
          <p:txBody>
            <a:bodyPr wrap="none" rtlCol="0" anchor="ctr" anchorCtr="0" lIns="104680" rIns="104680" tIns="52340" bIns="52340">
              <a:spAutoFit/>
            </a:bodyPr>
            <a:lstStyle>
              <a:defPPr>
                <a:defRPr lang="zh-CN"/>
              </a:defPPr>
              <a:lvl1pPr marL="0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33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6799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01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93598" algn="l" defTabSz="1046799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6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arranged.dtype.dtype = arranged.dtype.dtype.squeeze((0, 1))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7页"/>
          <p:cNvGrpSpPr/>
          <p:nvPr/>
        </p:nvGrpSpPr>
        <p:grpSpPr>
          <a:xfrm>
            <a:off x="3934503" y="2133600"/>
            <a:ext cx="4322993" cy="4076700"/>
            <a:chOff x="3575685" y="1052195"/>
            <a:chExt cx="5040630" cy="4753451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A55A539F-5B1C-CE27-F57C-524691E142DB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575685" y="1052195"/>
              <a:ext cx="5040630" cy="4753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8页"/>
          <p:cNvGrpSpPr/>
          <p:nvPr/>
        </p:nvGrpSpPr>
        <p:grpSpPr>
          <a:xfrm>
            <a:off x="1809649" y="2133600"/>
            <a:ext cx="8572703" cy="4076700"/>
            <a:chOff x="1884680" y="1426210"/>
            <a:chExt cx="8422481" cy="4005263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19F2CBF2-3A4F-1A87-7A6B-C3125B585E9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4680" y="1426210"/>
              <a:ext cx="8422481" cy="40052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9页"/>
          <p:cNvGrpSpPr/>
          <p:nvPr/>
        </p:nvGrpSpPr>
        <p:grpSpPr>
          <a:xfrm>
            <a:off x="1247597" y="3342203"/>
            <a:ext cx="9696807" cy="1659494"/>
            <a:chOff x="1879600" y="2707005"/>
            <a:chExt cx="8432006" cy="1443038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57235B2E-1CDD-0445-1E37-9099DE6A8C8A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79600" y="2707005"/>
              <a:ext cx="8432006" cy="14430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0页"/>
          <p:cNvGrpSpPr/>
          <p:nvPr/>
        </p:nvGrpSpPr>
        <p:grpSpPr>
          <a:xfrm>
            <a:off x="1257181" y="2346782"/>
            <a:ext cx="9677639" cy="3650337"/>
            <a:chOff x="1888490" y="1842135"/>
            <a:chExt cx="8415338" cy="3174206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B75E61CD-138B-A70F-E73E-6130A8A9AF33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8490" y="1842135"/>
              <a:ext cx="8415338" cy="31742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1页"/>
          <p:cNvGrpSpPr/>
          <p:nvPr/>
        </p:nvGrpSpPr>
        <p:grpSpPr>
          <a:xfrm>
            <a:off x="1255812" y="2548056"/>
            <a:ext cx="9680377" cy="3247787"/>
            <a:chOff x="1887220" y="2016760"/>
            <a:chExt cx="8417719" cy="2824163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388A7376-0E13-A67D-40D0-CB16DA11F6B3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7220" y="2016760"/>
              <a:ext cx="8417719" cy="28241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2页"/>
          <p:cNvGrpSpPr/>
          <p:nvPr/>
        </p:nvGrpSpPr>
        <p:grpSpPr>
          <a:xfrm>
            <a:off x="1255812" y="2548056"/>
            <a:ext cx="9680377" cy="3247787"/>
            <a:chOff x="1887220" y="2016760"/>
            <a:chExt cx="8417719" cy="2824163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C9A313A9-1CC4-0102-5AAA-1EA456EAF23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7220" y="2016760"/>
              <a:ext cx="8417719" cy="28241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3页"/>
          <p:cNvGrpSpPr/>
          <p:nvPr/>
        </p:nvGrpSpPr>
        <p:grpSpPr>
          <a:xfrm>
            <a:off x="3934503" y="2133600"/>
            <a:ext cx="4322993" cy="4076700"/>
            <a:chOff x="3575685" y="1052195"/>
            <a:chExt cx="5040630" cy="4753451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AD51C9B8-2D68-062E-A813-309926A45213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575685" y="1052195"/>
              <a:ext cx="5040630" cy="4753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4页"/>
          <p:cNvGrpSpPr/>
          <p:nvPr/>
        </p:nvGrpSpPr>
        <p:grpSpPr>
          <a:xfrm>
            <a:off x="1809649" y="2133600"/>
            <a:ext cx="8572703" cy="4076700"/>
            <a:chOff x="1884680" y="1426210"/>
            <a:chExt cx="8422481" cy="4005263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A26E095B-3400-79DD-193B-96FFB4164084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4680" y="1426210"/>
              <a:ext cx="8422481" cy="40052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5页"/>
          <p:cNvGrpSpPr/>
          <p:nvPr/>
        </p:nvGrpSpPr>
        <p:grpSpPr>
          <a:xfrm>
            <a:off x="1809649" y="2133600"/>
            <a:ext cx="8572703" cy="4076700"/>
            <a:chOff x="1884680" y="1426210"/>
            <a:chExt cx="8422481" cy="4005263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451EDCC9-7A52-D84A-7C6F-F7180A1DED58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884680" y="1426210"/>
              <a:ext cx="8422481" cy="40052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6页"/>
          <p:cNvGrpSpPr/>
          <p:nvPr/>
        </p:nvGrpSpPr>
        <p:grpSpPr>
          <a:xfrm>
            <a:off x="1759701" y="2133600"/>
            <a:ext cx="8672599" cy="4076700"/>
            <a:chOff x="1744980" y="1513840"/>
            <a:chExt cx="9167018" cy="4309110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112EFFDB-2E4F-56DC-3D6C-FB6A4FD356B5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6534785" y="3852545"/>
              <a:ext cx="3368992" cy="1602105"/>
            </a:xfrm>
            <a:prstGeom prst="rect">
              <a:avLst/>
            </a:prstGeom>
          </p:spPr>
        </p:pic>
        <p:pic>
          <p:nvPicPr>
            <p:cNvPr id="15" name="图片 3">
              <a:extLst>
                <a:ext uri="{FF2B5EF4-FFF2-40B4-BE49-F238E27FC236}">
                  <a16:creationId xmlns:a16="http://schemas.microsoft.com/office/drawing/2014/main" id="{84387DDB-EAEF-6550-6AE5-C65FD5894606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3"/>
            <a:stretch>
              <a:fillRect/>
            </a:stretch>
          </p:blipFill>
          <p:spPr>
            <a:xfrm>
              <a:off x="1744980" y="3852545"/>
              <a:ext cx="4377213" cy="1468565"/>
            </a:xfrm>
            <a:prstGeom prst="rect">
              <a:avLst/>
            </a:prstGeom>
          </p:spPr>
        </p:pic>
        <p:pic>
          <p:nvPicPr>
            <p:cNvPr id="16" name="图片 4">
              <a:extLst>
                <a:ext uri="{FF2B5EF4-FFF2-40B4-BE49-F238E27FC236}">
                  <a16:creationId xmlns:a16="http://schemas.microsoft.com/office/drawing/2014/main" id="{E40BB5B0-28AF-3404-C12F-DEB4EF602C65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4"/>
            <a:stretch>
              <a:fillRect/>
            </a:stretch>
          </p:blipFill>
          <p:spPr>
            <a:xfrm>
              <a:off x="6534785" y="1513840"/>
              <a:ext cx="4377213" cy="1468565"/>
            </a:xfrm>
            <a:prstGeom prst="rect">
              <a:avLst/>
            </a:prstGeom>
          </p:spPr>
        </p:pic>
        <p:pic>
          <p:nvPicPr>
            <p:cNvPr id="17" name="图片 5">
              <a:extLst>
                <a:ext uri="{FF2B5EF4-FFF2-40B4-BE49-F238E27FC236}">
                  <a16:creationId xmlns:a16="http://schemas.microsoft.com/office/drawing/2014/main" id="{0C775795-8509-4F46-88F3-0BEE5A33994F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5"/>
            <a:stretch>
              <a:fillRect/>
            </a:stretch>
          </p:blipFill>
          <p:spPr>
            <a:xfrm>
              <a:off x="1744980" y="1513840"/>
              <a:ext cx="3368992" cy="1602105"/>
            </a:xfrm>
            <a:prstGeom prst="rect">
              <a:avLst/>
            </a:prstGeom>
          </p:spPr>
        </p:pic>
        <p:sp>
          <p:nvSpPr>
            <p:cNvPr id="18" name="文本框 6">
              <a:extLst>
                <a:ext uri="{FF2B5EF4-FFF2-40B4-BE49-F238E27FC236}">
                  <a16:creationId xmlns:a16="http://schemas.microsoft.com/office/drawing/2014/main" id="{3DDADCCA-2C6D-E702-DF93-880B213FAC01}"/>
                </a:ext>
              </a:extLst>
            </p:cNvPr>
            <p:cNvSpPr txBox="1"/>
            <p:nvPr/>
          </p:nvSpPr>
          <p:spPr>
            <a:xfrm>
              <a:off x="6574790" y="2982595"/>
              <a:ext cx="4297680" cy="368300"/>
            </a:xfrm>
            <a:prstGeom prst="rect">
              <a:avLst/>
            </a:prstGeom>
            <a:noFill/>
          </p:spPr>
          <p:txBody>
            <a:bodyPr wrap="none" rtlCol="0" anchor="ctr" anchorCtr="0" lIns="86508" rIns="86508" tIns="43254" bIns="43254">
              <a:spAutoFit/>
            </a:bodyPr>
            <a:lstStyle>
              <a:defPPr>
                <a:defRPr lang="zh-CN"/>
              </a:defPPr>
              <a:lvl1pPr marL="0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541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5082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7623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30164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(2, 4, 4, 1) -&gt; (4,) -&gt; (4, 8)</a:t>
              </a:r>
              <a:endParaRPr lang="en-US" altLang="zh-CN">
                <a:latin typeface="JetBrains Mono" panose="02000009000000000000" charset="0"/>
                <a:cs typeface="JetBrains Mono" panose="02000009000000000000" charset="0"/>
              </a:endParaRPr>
            </a:p>
          </p:txBody>
        </p:sp>
        <p:sp>
          <p:nvSpPr>
            <p:cNvPr id="19" name="文本框 7">
              <a:extLst>
                <a:ext uri="{FF2B5EF4-FFF2-40B4-BE49-F238E27FC236}">
                  <a16:creationId xmlns:a16="http://schemas.microsoft.com/office/drawing/2014/main" id="{25F92EB4-3BFD-B181-96CA-C1F1DD04ABAD}"/>
                </a:ext>
              </a:extLst>
            </p:cNvPr>
            <p:cNvSpPr txBox="1"/>
            <p:nvPr/>
          </p:nvSpPr>
          <p:spPr>
            <a:xfrm>
              <a:off x="1784350" y="5321300"/>
              <a:ext cx="4297680" cy="368300"/>
            </a:xfrm>
            <a:prstGeom prst="rect">
              <a:avLst/>
            </a:prstGeom>
            <a:noFill/>
          </p:spPr>
          <p:txBody>
            <a:bodyPr wrap="none" rtlCol="0" anchor="ctr" anchorCtr="0" lIns="86508" rIns="86508" tIns="43254" bIns="43254">
              <a:spAutoFit/>
            </a:bodyPr>
            <a:lstStyle>
              <a:defPPr>
                <a:defRPr lang="zh-CN"/>
              </a:defPPr>
              <a:lvl1pPr marL="0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541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5082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7623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30164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  <a:sym typeface="+mn-ea"/>
                </a:rPr>
                <a:t>(2, 4, 4, 1) -&gt; (4,) -&gt; (4, 8)</a:t>
              </a:r>
              <a:endParaRPr lang="en-US" altLang="zh-CN">
                <a:latin typeface="JetBrains Mono" panose="02000009000000000000" charset="0"/>
                <a:cs typeface="JetBrains Mono" panose="02000009000000000000" charset="0"/>
              </a:endParaRPr>
            </a:p>
          </p:txBody>
        </p:sp>
        <p:sp>
          <p:nvSpPr>
            <p:cNvPr id="20" name="文本框 8">
              <a:extLst>
                <a:ext uri="{FF2B5EF4-FFF2-40B4-BE49-F238E27FC236}">
                  <a16:creationId xmlns:a16="http://schemas.microsoft.com/office/drawing/2014/main" id="{D2067023-4963-3298-74DE-CE300AEB0AAD}"/>
                </a:ext>
              </a:extLst>
            </p:cNvPr>
            <p:cNvSpPr txBox="1"/>
            <p:nvPr/>
          </p:nvSpPr>
          <p:spPr>
            <a:xfrm>
              <a:off x="1828800" y="3115945"/>
              <a:ext cx="3200400" cy="368300"/>
            </a:xfrm>
            <a:prstGeom prst="rect">
              <a:avLst/>
            </a:prstGeom>
            <a:noFill/>
          </p:spPr>
          <p:txBody>
            <a:bodyPr wrap="none" rtlCol="0" anchor="ctr" anchorCtr="0" lIns="86508" rIns="86508" tIns="43254" bIns="43254">
              <a:spAutoFit/>
            </a:bodyPr>
            <a:lstStyle>
              <a:defPPr>
                <a:defRPr lang="zh-CN"/>
              </a:defPPr>
              <a:lvl1pPr marL="0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541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5082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7623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30164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4, 1) -&gt; (4, 8)</a:t>
              </a:r>
            </a:p>
          </p:txBody>
        </p:sp>
        <p:sp>
          <p:nvSpPr>
            <p:cNvPr id="21" name="文本框 9">
              <a:extLst>
                <a:ext uri="{FF2B5EF4-FFF2-40B4-BE49-F238E27FC236}">
                  <a16:creationId xmlns:a16="http://schemas.microsoft.com/office/drawing/2014/main" id="{A1E26097-92EF-8C92-FF28-0C81D7AC6FDC}"/>
                </a:ext>
              </a:extLst>
            </p:cNvPr>
            <p:cNvSpPr txBox="1"/>
            <p:nvPr/>
          </p:nvSpPr>
          <p:spPr>
            <a:xfrm>
              <a:off x="6618605" y="5454650"/>
              <a:ext cx="3200400" cy="368300"/>
            </a:xfrm>
            <a:prstGeom prst="rect">
              <a:avLst/>
            </a:prstGeom>
            <a:noFill/>
          </p:spPr>
          <p:txBody>
            <a:bodyPr wrap="none" rtlCol="0" anchor="ctr" anchorCtr="0" lIns="86508" rIns="86508" tIns="43254" bIns="43254">
              <a:spAutoFit/>
            </a:bodyPr>
            <a:lstStyle>
              <a:defPPr>
                <a:defRPr lang="zh-CN"/>
              </a:defPPr>
              <a:lvl1pPr marL="0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541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5082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7623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30164" algn="l" defTabSz="865082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70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>
                  <a:latin typeface="JetBrains Mono" panose="02000009000000000000" charset="0"/>
                  <a:cs typeface="JetBrains Mono" panose="02000009000000000000" charset="0"/>
                </a:rPr>
                <a:t>(2, 4, 4, 1) -&gt; (4, 8)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的排布可视化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7页"/>
          <p:cNvGrpSpPr/>
          <p:nvPr/>
        </p:nvGrpSpPr>
        <p:grpSpPr>
          <a:xfrm>
            <a:off x="4372155" y="2133600"/>
            <a:ext cx="3447690" cy="4076700"/>
            <a:chOff x="4045454" y="1080356"/>
            <a:chExt cx="4101088" cy="4849306"/>
          </a:xfrm>
        </p:grpSpPr>
        <p:pic>
          <p:nvPicPr>
            <p:cNvPr id="14" name="图片 3">
              <a:extLst>
                <a:ext uri="{FF2B5EF4-FFF2-40B4-BE49-F238E27FC236}">
                  <a16:creationId xmlns:a16="http://schemas.microsoft.com/office/drawing/2014/main" id="{35C86423-52B8-881B-86AC-0DAC15E92EDB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4798511" y="3900553"/>
              <a:ext cx="2594972" cy="1086002"/>
            </a:xfrm>
            <a:prstGeom prst="rect">
              <a:avLst/>
            </a:prstGeom>
          </p:spPr>
        </p:pic>
        <p:pic>
          <p:nvPicPr>
            <p:cNvPr id="15" name="图片 5">
              <a:extLst>
                <a:ext uri="{FF2B5EF4-FFF2-40B4-BE49-F238E27FC236}">
                  <a16:creationId xmlns:a16="http://schemas.microsoft.com/office/drawing/2014/main" id="{96A2A55A-7E7F-72C7-00B8-9F1A01A5DE18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3"/>
            <a:stretch>
              <a:fillRect/>
            </a:stretch>
          </p:blipFill>
          <p:spPr>
            <a:xfrm>
              <a:off x="4045455" y="1080356"/>
              <a:ext cx="4101085" cy="943107"/>
            </a:xfrm>
            <a:prstGeom prst="rect">
              <a:avLst/>
            </a:prstGeom>
          </p:spPr>
        </p:pic>
        <p:pic>
          <p:nvPicPr>
            <p:cNvPr id="16" name="图片 8">
              <a:extLst>
                <a:ext uri="{FF2B5EF4-FFF2-40B4-BE49-F238E27FC236}">
                  <a16:creationId xmlns:a16="http://schemas.microsoft.com/office/drawing/2014/main" id="{B66F6282-A52D-0804-DAE4-015372D24C1A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3"/>
            <a:stretch>
              <a:fillRect/>
            </a:stretch>
          </p:blipFill>
          <p:spPr>
            <a:xfrm>
              <a:off x="4045456" y="2014339"/>
              <a:ext cx="4101085" cy="943107"/>
            </a:xfrm>
            <a:prstGeom prst="rect">
              <a:avLst/>
            </a:prstGeom>
          </p:spPr>
        </p:pic>
        <p:pic>
          <p:nvPicPr>
            <p:cNvPr id="17" name="图片 9">
              <a:extLst>
                <a:ext uri="{FF2B5EF4-FFF2-40B4-BE49-F238E27FC236}">
                  <a16:creationId xmlns:a16="http://schemas.microsoft.com/office/drawing/2014/main" id="{3DEB8A5F-E0D7-9F2A-F55C-CED656C5D68B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3"/>
            <a:stretch>
              <a:fillRect/>
            </a:stretch>
          </p:blipFill>
          <p:spPr>
            <a:xfrm>
              <a:off x="4045457" y="2957446"/>
              <a:ext cx="4101085" cy="943107"/>
            </a:xfrm>
            <a:prstGeom prst="rect">
              <a:avLst/>
            </a:prstGeom>
          </p:spPr>
        </p:pic>
        <p:pic>
          <p:nvPicPr>
            <p:cNvPr id="18" name="图片 10">
              <a:extLst>
                <a:ext uri="{FF2B5EF4-FFF2-40B4-BE49-F238E27FC236}">
                  <a16:creationId xmlns:a16="http://schemas.microsoft.com/office/drawing/2014/main" id="{BD3CD359-067E-108C-3FF9-552E7A0AD1B7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3"/>
            <a:stretch>
              <a:fillRect/>
            </a:stretch>
          </p:blipFill>
          <p:spPr>
            <a:xfrm>
              <a:off x="4045454" y="4986555"/>
              <a:ext cx="4101085" cy="9431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的九齿实现（排布）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8页"/>
          <p:cNvGrpSpPr/>
          <p:nvPr/>
        </p:nvGrpSpPr>
        <p:grpSpPr>
          <a:xfrm>
            <a:off x="1591420" y="2133600"/>
            <a:ext cx="9009160" cy="4076700"/>
            <a:chOff x="63685" y="1074505"/>
            <a:chExt cx="12064630" cy="5459319"/>
          </a:xfrm>
        </p:grpSpPr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BB10B272-D8F5-E454-11CC-14727F3B5725}"/>
                </a:ext>
              </a:extLst>
            </p:cNvPr>
            <p:cNvSpPr txBox="1"/>
            <p:nvPr/>
          </p:nvSpPr>
          <p:spPr>
            <a:xfrm>
              <a:off x="4722120" y="1074505"/>
              <a:ext cx="7406195" cy="4708981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68282" rIns="68282" tIns="34141" bIns="34141">
              <a:noAutofit/>
            </a:bodyPr>
            <a:lstStyle>
              <a:defPPr>
                <a:defRPr lang="zh-CN"/>
              </a:defPPr>
              <a:lvl1pPr marL="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41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82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23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64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b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9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endParaRPr lang="en-US" altLang="zh-CN" sz="896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9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arrange_q_or_o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BLOCK_SIZE_M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b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endParaRPr lang="en-US" altLang="zh-CN" sz="896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b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9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arrange_k_or_v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BLOCK_SIZE_N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.expand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.dtype.squeeze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.dtype.dtype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r>
                <a:rPr lang="en-US" altLang="zh-CN" sz="89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.dtype.dtype.squeeze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b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96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arranged</a:t>
              </a:r>
              <a:endParaRPr lang="en-US" altLang="zh-CN" sz="896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96"/>
              </a:pPr>
              <a:b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q_arranged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arrange_q_or_o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896"/>
              </a:pPr>
              <a:b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96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9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q_arranged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arrange_k_or_v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arrange_k_or_v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9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arrange_q_or_o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9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89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pic>
          <p:nvPicPr>
            <p:cNvPr id="15" name="图片 5">
              <a:extLst>
                <a:ext uri="{FF2B5EF4-FFF2-40B4-BE49-F238E27FC236}">
                  <a16:creationId xmlns:a16="http://schemas.microsoft.com/office/drawing/2014/main" id="{EC23F997-69CE-A286-75F0-1FEFEE9442EC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63685" y="1950034"/>
              <a:ext cx="4655517" cy="2957925"/>
            </a:xfrm>
            <a:prstGeom prst="rect">
              <a:avLst/>
            </a:prstGeom>
          </p:spPr>
        </p:pic>
        <p:sp>
          <p:nvSpPr>
            <p:cNvPr id="16" name="文本框 4">
              <a:extLst>
                <a:ext uri="{FF2B5EF4-FFF2-40B4-BE49-F238E27FC236}">
                  <a16:creationId xmlns:a16="http://schemas.microsoft.com/office/drawing/2014/main" id="{0A9B7851-A2AD-5CA2-2E64-88DECF093476}"/>
                </a:ext>
              </a:extLst>
            </p:cNvPr>
            <p:cNvSpPr txBox="1"/>
            <p:nvPr/>
          </p:nvSpPr>
          <p:spPr>
            <a:xfrm>
              <a:off x="3047841" y="5980739"/>
              <a:ext cx="6096000" cy="553085"/>
            </a:xfrm>
            <a:prstGeom prst="rect">
              <a:avLst/>
            </a:prstGeom>
            <a:noFill/>
          </p:spPr>
          <p:txBody>
            <a:bodyPr wrap="square" rtlCol="0" anchor="t" lIns="68282" rIns="68282" tIns="34141" bIns="34141">
              <a:spAutoFit/>
            </a:bodyPr>
            <a:lstStyle>
              <a:defPPr>
                <a:defRPr lang="zh-CN"/>
              </a:defPPr>
              <a:lvl1pPr marL="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41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82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23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64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buClrTx/>
                <a:buSzTx/>
                <a:buNone/>
              </a:pPr>
              <a:r>
                <a:rPr lang="en-US" altLang="zh-CN" sz="747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图片源自</a:t>
              </a:r>
              <a:r>
                <a:rPr lang="en-US" altLang="zh-CN" sz="747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@inproceedings{dao2023flashattention2, title={Flash{A}ttention-2: Faster Attention with Better Parallelism and Work Partitioning}, author={Dao, Tri}, </a:t>
              </a:r>
              <a:r>
                <a:rPr lang="en-US" altLang="zh-CN" sz="747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booktitle</a:t>
              </a:r>
              <a:r>
                <a:rPr lang="en-US" altLang="zh-CN" sz="747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={International Conference on Learning Representations (ICLR)}, year={2024}}</a:t>
              </a:r>
            </a:p>
          </p:txBody>
        </p:sp>
        <p:sp>
          <p:nvSpPr>
            <p:cNvPr id="17" name="矩形 1">
              <a:extLst>
                <a:ext uri="{FF2B5EF4-FFF2-40B4-BE49-F238E27FC236}">
                  <a16:creationId xmlns:a16="http://schemas.microsoft.com/office/drawing/2014/main" id="{A53DF51E-E104-1A91-7D17-FFFD2836AC1D}"/>
                </a:ext>
              </a:extLst>
            </p:cNvPr>
            <p:cNvSpPr/>
            <p:nvPr/>
          </p:nvSpPr>
          <p:spPr>
            <a:xfrm>
              <a:off x="222912" y="2251882"/>
              <a:ext cx="4496290" cy="5322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68282" rIns="68282" tIns="34141" bIns="34141"/>
            <a:lstStyle>
              <a:defPPr>
                <a:defRPr lang="zh-CN"/>
              </a:defPPr>
              <a:lvl1pPr marL="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41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82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23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64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6">
              <a:extLst>
                <a:ext uri="{FF2B5EF4-FFF2-40B4-BE49-F238E27FC236}">
                  <a16:creationId xmlns:a16="http://schemas.microsoft.com/office/drawing/2014/main" id="{EB069BFB-5B17-11CA-1CBA-D459D23580BA}"/>
                </a:ext>
              </a:extLst>
            </p:cNvPr>
            <p:cNvSpPr/>
            <p:nvPr/>
          </p:nvSpPr>
          <p:spPr>
            <a:xfrm>
              <a:off x="5050056" y="2260759"/>
              <a:ext cx="6938948" cy="304854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68282" rIns="68282" tIns="34141" bIns="34141"/>
            <a:lstStyle>
              <a:defPPr>
                <a:defRPr lang="zh-CN"/>
              </a:defPPr>
              <a:lvl1pPr marL="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41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82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23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64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7">
              <a:extLst>
                <a:ext uri="{FF2B5EF4-FFF2-40B4-BE49-F238E27FC236}">
                  <a16:creationId xmlns:a16="http://schemas.microsoft.com/office/drawing/2014/main" id="{889C37F8-FC20-70AF-F6D9-91E32012E11D}"/>
                </a:ext>
              </a:extLst>
            </p:cNvPr>
            <p:cNvSpPr/>
            <p:nvPr/>
          </p:nvSpPr>
          <p:spPr>
            <a:xfrm>
              <a:off x="316172" y="3158322"/>
              <a:ext cx="821141" cy="1125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68282" rIns="68282" tIns="34141" bIns="34141"/>
            <a:lstStyle>
              <a:defPPr>
                <a:defRPr lang="zh-CN"/>
              </a:defPPr>
              <a:lvl1pPr marL="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141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820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423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5641" algn="l" defTabSz="68282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FlashAttention 实现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FlashAttention-2 的九齿实现（应用与整合）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9页"/>
          <p:cNvGrpSpPr/>
          <p:nvPr/>
        </p:nvGrpSpPr>
        <p:grpSpPr>
          <a:xfrm>
            <a:off x="2042647" y="2133600"/>
            <a:ext cx="8106707" cy="4076700"/>
            <a:chOff x="277585" y="681853"/>
            <a:chExt cx="11636915" cy="5851971"/>
          </a:xfrm>
        </p:grpSpPr>
        <p:sp>
          <p:nvSpPr>
            <p:cNvPr id="14" name="文本框 4">
              <a:extLst>
                <a:ext uri="{FF2B5EF4-FFF2-40B4-BE49-F238E27FC236}">
                  <a16:creationId xmlns:a16="http://schemas.microsoft.com/office/drawing/2014/main" id="{88B7D449-EBDF-DC58-AEF5-BB12FDEABB22}"/>
                </a:ext>
              </a:extLst>
            </p:cNvPr>
            <p:cNvSpPr txBox="1"/>
            <p:nvPr/>
          </p:nvSpPr>
          <p:spPr>
            <a:xfrm>
              <a:off x="4933102" y="681853"/>
              <a:ext cx="6981398" cy="5298886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63700" rIns="63700" tIns="31850" bIns="31850">
              <a:noAutofit/>
            </a:bodyPr>
            <a:lstStyle>
              <a:defPPr>
                <a:defRPr lang="zh-CN"/>
              </a:defPPr>
              <a:lvl1pPr marL="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502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7005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55507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7401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q_loaded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scale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1.44269504089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).to(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.zeros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]),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.full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],), 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.full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],),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float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"-inf"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dtype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.float32)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36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.shape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.dot(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q_loaded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.trans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.where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].offsets(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.source.shape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],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float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"-inf"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.maximum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.max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.exp2(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[:, </a:t>
              </a: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l_ij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.sum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alpha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.exp2(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alpha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[:, </a:t>
              </a: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ntl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.dot(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.to(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.dtype.dtype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m_ij</a:t>
              </a:r>
              <a:endParaRPr lang="en-US" altLang="zh-CN" sz="836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alpha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l_ij</a:t>
              </a:r>
              <a:endParaRPr lang="en-US" altLang="zh-CN" sz="836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/=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l_i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[:, </a:t>
              </a: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acc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.to(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.dtype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 </a:t>
              </a:r>
              <a:r>
                <a:rPr lang="en-US" altLang="zh-CN" sz="836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</a:t>
              </a:r>
              <a:r>
                <a:rPr lang="en-US" altLang="zh-CN" sz="836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noqa</a:t>
              </a:r>
              <a:r>
                <a:rPr lang="en-US" altLang="zh-CN" sz="836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: F841</a:t>
              </a:r>
              <a:endParaRPr lang="en-US" altLang="zh-CN" sz="836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shape_options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{</a:t>
              </a:r>
              <a:r>
                <a:rPr lang="en-US" altLang="zh-CN" sz="836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836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constexpr</a:t>
              </a:r>
              <a:r>
                <a:rPr lang="en-US" altLang="zh-CN" sz="836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zh-CN" sz="836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836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upper_bound</a:t>
              </a:r>
              <a:r>
                <a:rPr lang="en-US" altLang="zh-CN" sz="836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128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shape_options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shape_options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836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36"/>
              </a:pPr>
              <a:b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836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836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sz="836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make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836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836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836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pic>
          <p:nvPicPr>
            <p:cNvPr id="15" name="图片 1">
              <a:extLst>
                <a:ext uri="{FF2B5EF4-FFF2-40B4-BE49-F238E27FC236}">
                  <a16:creationId xmlns:a16="http://schemas.microsoft.com/office/drawing/2014/main" id="{BFADFF98-DA22-62D1-4C4E-4A86DF6B9E92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77585" y="1950037"/>
              <a:ext cx="4655517" cy="2957925"/>
            </a:xfrm>
            <a:prstGeom prst="rect">
              <a:avLst/>
            </a:prstGeom>
          </p:spPr>
        </p:pic>
        <p:sp>
          <p:nvSpPr>
            <p:cNvPr id="16" name="文本框 3">
              <a:extLst>
                <a:ext uri="{FF2B5EF4-FFF2-40B4-BE49-F238E27FC236}">
                  <a16:creationId xmlns:a16="http://schemas.microsoft.com/office/drawing/2014/main" id="{4BEA55BC-03BE-A3A9-5419-BA94DC69859B}"/>
                </a:ext>
              </a:extLst>
            </p:cNvPr>
            <p:cNvSpPr txBox="1"/>
            <p:nvPr/>
          </p:nvSpPr>
          <p:spPr>
            <a:xfrm>
              <a:off x="3047841" y="5980739"/>
              <a:ext cx="6096000" cy="553085"/>
            </a:xfrm>
            <a:prstGeom prst="rect">
              <a:avLst/>
            </a:prstGeom>
            <a:noFill/>
          </p:spPr>
          <p:txBody>
            <a:bodyPr wrap="square" rtlCol="0" anchor="t" lIns="63700" rIns="63700" tIns="31850" bIns="31850">
              <a:spAutoFit/>
            </a:bodyPr>
            <a:lstStyle>
              <a:defPPr>
                <a:defRPr lang="zh-CN"/>
              </a:defPPr>
              <a:lvl1pPr marL="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502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7005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55507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7401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buClrTx/>
                <a:buSzTx/>
                <a:buNone/>
              </a:pPr>
              <a:r>
                <a:rPr lang="en-US" altLang="zh-CN" sz="697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图片源自</a:t>
              </a:r>
              <a:r>
                <a:rPr lang="en-US" altLang="zh-CN" sz="697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@inproceedings{dao2023flashattention2, title={Flash{A}ttention-2: Faster Attention with Better Parallelism and Work Partitioning}, author={Dao, Tri}, </a:t>
              </a:r>
              <a:r>
                <a:rPr lang="en-US" altLang="zh-CN" sz="697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booktitle</a:t>
              </a:r>
              <a:r>
                <a:rPr lang="en-US" altLang="zh-CN" sz="697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={International Conference on Learning Representations (ICLR)}, year={2024}}</a:t>
              </a:r>
            </a:p>
          </p:txBody>
        </p:sp>
        <p:sp>
          <p:nvSpPr>
            <p:cNvPr id="17" name="矩形 5">
              <a:extLst>
                <a:ext uri="{FF2B5EF4-FFF2-40B4-BE49-F238E27FC236}">
                  <a16:creationId xmlns:a16="http://schemas.microsoft.com/office/drawing/2014/main" id="{C323CC1F-B584-2C71-4993-EC2DEC2095E7}"/>
                </a:ext>
              </a:extLst>
            </p:cNvPr>
            <p:cNvSpPr/>
            <p:nvPr/>
          </p:nvSpPr>
          <p:spPr>
            <a:xfrm>
              <a:off x="532262" y="2896737"/>
              <a:ext cx="4362735" cy="17071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63700" rIns="63700" tIns="31850" bIns="31850"/>
            <a:lstStyle>
              <a:defPPr>
                <a:defRPr lang="zh-CN"/>
              </a:defPPr>
              <a:lvl1pPr marL="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502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7005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55507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7401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矩形 6">
              <a:extLst>
                <a:ext uri="{FF2B5EF4-FFF2-40B4-BE49-F238E27FC236}">
                  <a16:creationId xmlns:a16="http://schemas.microsoft.com/office/drawing/2014/main" id="{1BA9E326-E2A1-AA17-8769-C01C329B5B6E}"/>
                </a:ext>
              </a:extLst>
            </p:cNvPr>
            <p:cNvSpPr/>
            <p:nvPr/>
          </p:nvSpPr>
          <p:spPr>
            <a:xfrm>
              <a:off x="4974870" y="722871"/>
              <a:ext cx="6822741" cy="39377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63700" rIns="63700" tIns="31850" bIns="31850"/>
            <a:lstStyle>
              <a:defPPr>
                <a:defRPr lang="zh-CN"/>
              </a:defPPr>
              <a:lvl1pPr marL="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502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7005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55507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74010" algn="l" defTabSz="637005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第5讲　·　课程资料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相关链接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80页"/>
          <p:cNvGrpSpPr/>
          <p:nvPr/>
        </p:nvGrpSpPr>
        <p:grpSpPr>
          <a:xfrm>
            <a:off x="1941214" y="2133600"/>
            <a:ext cx="8309573" cy="4076700"/>
            <a:chOff x="723998" y="793480"/>
            <a:chExt cx="10744004" cy="5271039"/>
          </a:xfrm>
        </p:grpSpPr>
        <p:sp>
          <p:nvSpPr>
            <p:cNvPr id="14" name="内容占位符 1">
              <a:extLst>
                <a:ext uri="{FF2B5EF4-FFF2-40B4-BE49-F238E27FC236}">
                  <a16:creationId xmlns:a16="http://schemas.microsoft.com/office/drawing/2014/main" id="{8E0389FE-29D4-83EE-8745-7BEEBD031438}"/>
                </a:ext>
              </a:extLst>
            </p:cNvPr>
            <p:cNvSpPr>
              <a:spLocks noGrp="1"/>
            </p:cNvSpPr>
            <p:nvPr>
              <p:ph sz="quarter" idx="10"/>
            </p:nvPr>
          </p:nvSpPr>
          <p:spPr>
            <a:xfrm>
              <a:off x="723998" y="793480"/>
              <a:ext cx="10744004" cy="5271039"/>
            </a:xfrm>
          </p:spPr>
          <p:txBody>
            <a:bodyPr wrap="none" anchor="ctr" lIns="70721" rIns="70721" tIns="35361" bIns="35361"/>
            <a:lstStyle>
              <a:defPPr>
                <a:defRPr lang="zh-CN"/>
              </a:defPPr>
              <a:lvl1pPr marL="0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3605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07211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0816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14421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en-US" altLang="zh-CN" dirty="0"/>
                <a:t>GitHub: </a:t>
              </a:r>
              <a:r>
                <a:rPr lang="en-US" altLang="zh-CN" dirty="0">
                  <a:hlinkClick r:id="src_rId2"/>
                </a:rPr>
                <a:t>https://github.com/InfiniTensor/ninetoothed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zh-CN" altLang="en-US" dirty="0"/>
                <a:t>文档：</a:t>
              </a:r>
              <a:r>
                <a:rPr lang="en-US" altLang="zh-CN" dirty="0">
                  <a:hlinkClick r:id="src_rId3"/>
                </a:rPr>
                <a:t>https://ninetoothed.org/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zh-CN" altLang="en-US" dirty="0"/>
                <a:t>算子库：</a:t>
              </a:r>
              <a:r>
                <a:rPr lang="en-US" altLang="zh-CN" dirty="0">
                  <a:hlinkClick r:id="src_rId4"/>
                </a:rPr>
                <a:t>https://github.com/InfiniTensor/ntops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en-US" altLang="zh-CN" dirty="0" err="1"/>
                <a:t>PyPI</a:t>
              </a:r>
              <a:r>
                <a:rPr lang="en-US" altLang="zh-CN" dirty="0"/>
                <a:t>: </a:t>
              </a:r>
              <a:r>
                <a:rPr lang="en-US" altLang="zh-CN" dirty="0">
                  <a:hlinkClick r:id="src_rId5"/>
                </a:rPr>
                <a:t>https://pypi.org/project/ninetoothed/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zh-CN" altLang="en-US" dirty="0"/>
                <a:t>示例：</a:t>
              </a:r>
              <a:r>
                <a:rPr lang="en-US" altLang="zh-CN" dirty="0">
                  <a:hlinkClick r:id="src_rId6"/>
                </a:rPr>
                <a:t>https://github.com/InfiniTensor/ninetoothed-examples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69" r="169"/>
          <a:stretch>
            <a:fillRect/>
          </a:stretch>
        </p:blipFill>
        <p:spPr>
          <a:xfrm>
            <a:off x="457200" y="30480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2286000" y="23876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JOIN THE COMMUNITY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819400"/>
            <a:ext cx="914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一起加入 AI Infra 开源社区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37084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课程仓库：https://github.com/InfiniTensor/go-llama-go</a:t>
            </a:r>
          </a:p>
        </p:txBody>
      </p:sp>
      <p:sp>
        <p:nvSpPr>
          <p:cNvPr id="10" name="AutoShape 11"/>
          <p:cNvSpPr/>
          <p:nvPr/>
        </p:nvSpPr>
        <p:spPr>
          <a:xfrm>
            <a:off x="5588000" y="44704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扫码加入学习社群</a:t>
            </a:r>
            <a:endParaRPr lang="en-US" sz="1100"/>
          </a:p>
        </p:txBody>
      </p:sp>
      <p:sp>
        <p:nvSpPr>
          <p:cNvPr id="11" name="AutoShape 12"/>
          <p:cNvSpPr/>
          <p:nvPr/>
        </p:nvSpPr>
        <p:spPr>
          <a:xfrm>
            <a:off x="5588000" y="4927600"/>
            <a:ext cx="330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Issue 提交作业与提问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1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直播答疑 · 算力券支持</a:t>
            </a:r>
          </a:p>
        </p:txBody>
      </p:sp>
      <p:cxnSp>
        <p:nvCxnSpPr>
          <p:cNvPr id="12" name="Connector 13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4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5" name="AutoShape 16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pic>
        <p:nvPicPr>
          <p:cNvPr id="16" name="图片 18">
            <a:extLst>
              <a:ext uri="{FF2B5EF4-FFF2-40B4-BE49-F238E27FC236}">
                <a16:creationId xmlns:a16="http://schemas.microsoft.com/office/drawing/2014/main" id="{6D798B8C-3F2D-4C54-8B9F-4403C9DD2F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2401" y="4267200"/>
            <a:ext cx="1320799" cy="1320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289</Words>
  <Application>Microsoft Office PowerPoint</Application>
  <PresentationFormat>宽屏</PresentationFormat>
  <Paragraphs>67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Inter</vt:lpstr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Pei Ma (m01426)</cp:lastModifiedBy>
  <cp:revision>5</cp:revision>
  <dcterms:modified xsi:type="dcterms:W3CDTF">2026-09-01T09:08:49Z</dcterms:modified>
</cp:coreProperties>
</file>